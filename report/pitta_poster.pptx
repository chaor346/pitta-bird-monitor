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4229" r:id="rId6"/>
  </p:sldMasterIdLst>
  <p:notesMasterIdLst>
    <p:notesMasterId r:id="rId8"/>
  </p:notesMasterIdLst>
  <p:handoutMasterIdLst>
    <p:handoutMasterId r:id="rId9"/>
  </p:handoutMasterIdLst>
  <p:sldIdLst>
    <p:sldId id="285" r:id="rId7"/>
    <p:sldId id="286" r:id="rId17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1" name="Mary Feil-Jacobs" initials="MFJ" lastIdx="43" clrIdx="1"/>
  <p:cmAuthor id="2" name="Monica Lueder" initials="ML" lastIdx="22" clrIdx="2">
    <p:extLst>
      <p:ext uri="{19B8F6BF-5375-455C-9EA6-DF929625EA0E}">
        <p15:presenceInfo xmlns:p15="http://schemas.microsoft.com/office/powerpoint/2012/main" userId="S-1-5-21-2127521184-1604012920-1887927527-2598260" providerId="AD"/>
      </p:ext>
    </p:extLst>
  </p:cmAuthor>
  <p:cmAuthor id="3" name="Mary Feil-Jacobs" initials="MF" lastIdx="28" clrIdx="3">
    <p:extLst>
      <p:ext uri="{19B8F6BF-5375-455C-9EA6-DF929625EA0E}">
        <p15:presenceInfo xmlns:p15="http://schemas.microsoft.com/office/powerpoint/2012/main" userId="S-1-5-21-2127521184-1604012920-1887927527-65006" providerId="AD"/>
      </p:ext>
    </p:extLst>
  </p:cmAuthor>
  <p:cmAuthor id="4" name="Tracy Tran" initials="TT" lastIdx="9" clrIdx="4">
    <p:extLst>
      <p:ext uri="{19B8F6BF-5375-455C-9EA6-DF929625EA0E}">
        <p15:presenceInfo xmlns:p15="http://schemas.microsoft.com/office/powerpoint/2012/main" userId="S::tracyt@microsoft.com::7b485f56-8fe8-4efc-a1b3-85e720327ac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D8C95"/>
    <a:srgbClr val="007C97"/>
    <a:srgbClr val="00A8D0"/>
    <a:srgbClr val="FFFF99"/>
    <a:srgbClr val="0CBEA9"/>
    <a:srgbClr val="EFE125"/>
    <a:srgbClr val="000000"/>
    <a:srgbClr val="262626"/>
    <a:srgbClr val="131313"/>
    <a:srgbClr val="2424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C4D71A-E7F1-4ECD-BF23-D288866E6459}" v="49" dt="2026-10-28T10:01:34.1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884" autoAdjust="0"/>
    <p:restoredTop sz="97843" autoAdjust="0"/>
  </p:normalViewPr>
  <p:slideViewPr>
    <p:cSldViewPr snapToGrid="0">
      <p:cViewPr varScale="1">
        <p:scale>
          <a:sx n="159" d="100"/>
          <a:sy n="159" d="100"/>
        </p:scale>
        <p:origin x="546" y="138"/>
      </p:cViewPr>
      <p:guideLst/>
    </p:cSldViewPr>
  </p:slideViewPr>
  <p:outlineViewPr>
    <p:cViewPr>
      <p:scale>
        <a:sx n="33" d="100"/>
        <a:sy n="33" d="100"/>
      </p:scale>
      <p:origin x="0" y="-6516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792"/>
    </p:cViewPr>
  </p:sorterViewPr>
  <p:notesViewPr>
    <p:cSldViewPr snapToGrid="0" showGuides="1">
      <p:cViewPr varScale="1">
        <p:scale>
          <a:sx n="168" d="100"/>
          <a:sy n="168" d="100"/>
        </p:scale>
        <p:origin x="5432" y="21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commentAuthors" Target="commentAuthors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6/11/relationships/changesInfo" Target="changesInfos/changesInfo1.xml"/><Relationship Id="rId16" Type="http://schemas.microsoft.com/office/2015/10/relationships/revisionInfo" Target="revisionInfo.xml"/><Relationship Id="rId17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en, Wen (Vicky)" userId="370386ac-7ced-43cd-aa57-a504dc959918" providerId="ADAL" clId="{A08629F2-BAFE-486D-9E84-BFC0507FDA27}"/>
    <pc:docChg chg="custSel addSld delSld modSld">
      <pc:chgData name="Chen, Wen (Vicky)" userId="370386ac-7ced-43cd-aa57-a504dc959918" providerId="ADAL" clId="{A08629F2-BAFE-486D-9E84-BFC0507FDA27}" dt="2026-10-28T10:03:37.600" v="110" actId="1076"/>
      <pc:docMkLst>
        <pc:docMk/>
      </pc:docMkLst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2641800033" sldId="260"/>
        </pc:sldMkLst>
      </pc:sldChg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2894785852" sldId="262"/>
        </pc:sldMkLst>
      </pc:sldChg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810320210" sldId="263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096110502" sldId="264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295795922" sldId="265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160339626" sldId="266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509904829" sldId="267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563127261" sldId="268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914710708" sldId="269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13142657" sldId="270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607857248" sldId="271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041338495" sldId="272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338091283" sldId="273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468783600" sldId="274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528543421" sldId="275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054485583" sldId="276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625260525" sldId="277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921606204" sldId="278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767730382" sldId="279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912664564" sldId="280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899082442" sldId="281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936621986" sldId="282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897248901" sldId="283"/>
        </pc:sldMkLst>
      </pc:sldChg>
      <pc:sldChg chg="del">
        <pc:chgData name="Chen, Wen (Vicky)" userId="370386ac-7ced-43cd-aa57-a504dc959918" providerId="ADAL" clId="{A08629F2-BAFE-486D-9E84-BFC0507FDA27}" dt="2026-10-28T10:01:10.378" v="9" actId="47"/>
        <pc:sldMkLst>
          <pc:docMk/>
          <pc:sldMk cId="2859063927" sldId="284"/>
        </pc:sldMkLst>
      </pc:sldChg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488671642" sldId="285"/>
        </pc:sldMkLst>
      </pc:sldChg>
      <pc:sldChg chg="addSp delSp modSp new mod modClrScheme chgLayout">
        <pc:chgData name="Chen, Wen (Vicky)" userId="370386ac-7ced-43cd-aa57-a504dc959918" providerId="ADAL" clId="{A08629F2-BAFE-486D-9E84-BFC0507FDA27}" dt="2026-10-28T10:03:37.600" v="110" actId="1076"/>
        <pc:sldMkLst>
          <pc:docMk/>
          <pc:sldMk cId="1777069741" sldId="285"/>
        </pc:sldMkLst>
        <pc:spChg chg="del">
          <ac:chgData name="Chen, Wen (Vicky)" userId="370386ac-7ced-43cd-aa57-a504dc959918" providerId="ADAL" clId="{A08629F2-BAFE-486D-9E84-BFC0507FDA27}" dt="2026-10-28T09:54:29.746" v="3" actId="700"/>
          <ac:spMkLst>
            <pc:docMk/>
            <pc:sldMk cId="1777069741" sldId="285"/>
            <ac:spMk id="2" creationId="{657F82AD-C5B8-4968-DECD-AB43F5DCAECC}"/>
          </ac:spMkLst>
        </pc:spChg>
        <pc:spChg chg="del mod ord">
          <ac:chgData name="Chen, Wen (Vicky)" userId="370386ac-7ced-43cd-aa57-a504dc959918" providerId="ADAL" clId="{A08629F2-BAFE-486D-9E84-BFC0507FDA27}" dt="2026-10-28T09:54:29.746" v="3" actId="700"/>
          <ac:spMkLst>
            <pc:docMk/>
            <pc:sldMk cId="1777069741" sldId="285"/>
            <ac:spMk id="3" creationId="{A1C2D21D-1646-9566-3081-429676337E32}"/>
          </ac:spMkLst>
        </pc:spChg>
        <pc:spChg chg="del">
          <ac:chgData name="Chen, Wen (Vicky)" userId="370386ac-7ced-43cd-aa57-a504dc959918" providerId="ADAL" clId="{A08629F2-BAFE-486D-9E84-BFC0507FDA27}" dt="2026-10-28T09:54:29.746" v="3" actId="700"/>
          <ac:spMkLst>
            <pc:docMk/>
            <pc:sldMk cId="1777069741" sldId="285"/>
            <ac:spMk id="4" creationId="{227DFDB3-5F3F-7736-8267-95B8BADCB680}"/>
          </ac:spMkLst>
        </pc:spChg>
        <pc:spChg chg="add del mod ord">
          <ac:chgData name="Chen, Wen (Vicky)" userId="370386ac-7ced-43cd-aa57-a504dc959918" providerId="ADAL" clId="{A08629F2-BAFE-486D-9E84-BFC0507FDA27}" dt="2026-10-28T09:54:36.182" v="4" actId="700"/>
          <ac:spMkLst>
            <pc:docMk/>
            <pc:sldMk cId="1777069741" sldId="285"/>
            <ac:spMk id="5" creationId="{B63F92C7-CA2C-08EE-88CB-096614340C3F}"/>
          </ac:spMkLst>
        </pc:spChg>
        <pc:spChg chg="add del mod">
          <ac:chgData name="Chen, Wen (Vicky)" userId="370386ac-7ced-43cd-aa57-a504dc959918" providerId="ADAL" clId="{A08629F2-BAFE-486D-9E84-BFC0507FDA27}" dt="2026-10-28T10:01:04.629" v="7" actId="478"/>
          <ac:spMkLst>
            <pc:docMk/>
            <pc:sldMk cId="1777069741" sldId="285"/>
            <ac:spMk id="6" creationId="{DC789B0E-9151-EBB3-9C9A-7D921624BCB2}"/>
          </ac:spMkLst>
        </pc:spChg>
        <pc:spChg chg="mod">
          <ac:chgData name="Chen, Wen (Vicky)" userId="370386ac-7ced-43cd-aa57-a504dc959918" providerId="ADAL" clId="{A08629F2-BAFE-486D-9E84-BFC0507FDA27}" dt="2026-10-28T10:02:52.947" v="35" actId="14100"/>
          <ac:spMkLst>
            <pc:docMk/>
            <pc:sldMk cId="1777069741" sldId="285"/>
            <ac:spMk id="7" creationId="{FE9E712C-8D01-093E-F260-B456F83385A5}"/>
          </ac:spMkLst>
        </pc:spChg>
        <pc:spChg chg="mod">
          <ac:chgData name="Chen, Wen (Vicky)" userId="370386ac-7ced-43cd-aa57-a504dc959918" providerId="ADAL" clId="{A08629F2-BAFE-486D-9E84-BFC0507FDA27}" dt="2026-10-28T10:02:12.729" v="29" actId="948"/>
          <ac:spMkLst>
            <pc:docMk/>
            <pc:sldMk cId="1777069741" sldId="285"/>
            <ac:spMk id="8" creationId="{7C995DB8-75D8-49DC-0386-88FDA751971A}"/>
          </ac:spMkLst>
        </pc:spChg>
        <pc:spChg chg="add mod">
          <ac:chgData name="Chen, Wen (Vicky)" userId="370386ac-7ced-43cd-aa57-a504dc959918" providerId="ADAL" clId="{A08629F2-BAFE-486D-9E84-BFC0507FDA27}" dt="2026-10-28T10:03:37.600" v="110" actId="1076"/>
          <ac:spMkLst>
            <pc:docMk/>
            <pc:sldMk cId="1777069741" sldId="285"/>
            <ac:spMk id="9" creationId="{455E59B8-9F4D-053C-0F8B-5ED9412D6AB0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17" creationId="{0DEFB17D-6681-9646-6AEB-AA8BC90223D4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23" creationId="{485C4FA3-129B-F950-2BCA-DCE18597BC89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25" creationId="{77966AF8-61F6-A290-A297-72FBA829E9F9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30" creationId="{3AD9C1E2-56A2-91FD-2214-C3508F5F5345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34" creationId="{35818903-E8A5-070B-B626-2835FFF26BE2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37" creationId="{6901D43C-2CF0-2C54-2E0B-69ABAC43B76A}"/>
          </ac:spMkLst>
        </pc:spChg>
        <pc:spChg chg="add mod">
          <ac:chgData name="Chen, Wen (Vicky)" userId="370386ac-7ced-43cd-aa57-a504dc959918" providerId="ADAL" clId="{A08629F2-BAFE-486D-9E84-BFC0507FDA27}" dt="2026-10-28T10:02:48.219" v="34" actId="1076"/>
          <ac:spMkLst>
            <pc:docMk/>
            <pc:sldMk cId="1777069741" sldId="285"/>
            <ac:spMk id="41" creationId="{7208B36C-4D3C-053B-772C-E9455269F56C}"/>
          </ac:spMkLst>
        </pc:spChg>
        <pc:spChg chg="add mod">
          <ac:chgData name="Chen, Wen (Vicky)" userId="370386ac-7ced-43cd-aa57-a504dc959918" providerId="ADAL" clId="{A08629F2-BAFE-486D-9E84-BFC0507FDA27}" dt="2026-10-28T10:03:33.858" v="109" actId="14100"/>
          <ac:spMkLst>
            <pc:docMk/>
            <pc:sldMk cId="1777069741" sldId="285"/>
            <ac:spMk id="54" creationId="{58960BED-4C88-4AA4-8F7B-F67A2FC46A15}"/>
          </ac:spMkLst>
        </pc:spChg>
        <pc:spChg chg="add mod">
          <ac:chgData name="Chen, Wen (Vicky)" userId="370386ac-7ced-43cd-aa57-a504dc959918" providerId="ADAL" clId="{A08629F2-BAFE-486D-9E84-BFC0507FDA27}" dt="2026-10-28T10:03:24.112" v="85" actId="20577"/>
          <ac:spMkLst>
            <pc:docMk/>
            <pc:sldMk cId="1777069741" sldId="285"/>
            <ac:spMk id="56" creationId="{6B37ED8F-95C2-063E-D72D-A64EF03CBD94}"/>
          </ac:spMkLst>
        </pc:spChg>
        <pc:cxnChg chg="mod">
          <ac:chgData name="Chen, Wen (Vicky)" userId="370386ac-7ced-43cd-aa57-a504dc959918" providerId="ADAL" clId="{A08629F2-BAFE-486D-9E84-BFC0507FDA27}" dt="2026-10-28T10:02:35.640" v="32" actId="14100"/>
          <ac:cxnSpMkLst>
            <pc:docMk/>
            <pc:sldMk cId="1777069741" sldId="285"/>
            <ac:cxnSpMk id="12" creationId="{C6959FA9-7E35-379E-77F4-1F6BBF5DF8D9}"/>
          </ac:cxnSpMkLst>
        </pc:cxnChg>
        <pc:cxnChg chg="mod">
          <ac:chgData name="Chen, Wen (Vicky)" userId="370386ac-7ced-43cd-aa57-a504dc959918" providerId="ADAL" clId="{A08629F2-BAFE-486D-9E84-BFC0507FDA27}" dt="2026-10-28T10:02:40.776" v="33" actId="14100"/>
          <ac:cxnSpMkLst>
            <pc:docMk/>
            <pc:sldMk cId="1777069741" sldId="285"/>
            <ac:cxnSpMk id="13" creationId="{933CCBA0-FAB3-2B8C-FF7C-6D01676E605B}"/>
          </ac:cxnSpMkLst>
        </pc:cxnChg>
        <pc:cxnChg chg="mod">
          <ac:chgData name="Chen, Wen (Vicky)" userId="370386ac-7ced-43cd-aa57-a504dc959918" providerId="ADAL" clId="{A08629F2-BAFE-486D-9E84-BFC0507FDA27}" dt="2026-10-28T10:02:31.137" v="31" actId="14100"/>
          <ac:cxnSpMkLst>
            <pc:docMk/>
            <pc:sldMk cId="1777069741" sldId="285"/>
            <ac:cxnSpMk id="14" creationId="{F1E00891-515C-956C-17FC-86789D545647}"/>
          </ac:cxnSpMkLst>
        </pc:cxnChg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702984821" sldId="286"/>
        </pc:sldMkLst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 Placeholder 7">
            <a:extLst>
              <a:ext uri="{FF2B5EF4-FFF2-40B4-BE49-F238E27FC236}">
                <a16:creationId xmlns:a16="http://schemas.microsoft.com/office/drawing/2014/main" id="{6D9F846D-2CFB-BC42-A87F-3BBAB173631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Footer Placeholder 9">
            <a:extLst>
              <a:ext uri="{FF2B5EF4-FFF2-40B4-BE49-F238E27FC236}">
                <a16:creationId xmlns:a16="http://schemas.microsoft.com/office/drawing/2014/main" id="{88408BE6-8E91-914D-8FB2-836E9E3F52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2" name="Date Placeholder 10">
            <a:extLst>
              <a:ext uri="{FF2B5EF4-FFF2-40B4-BE49-F238E27FC236}">
                <a16:creationId xmlns:a16="http://schemas.microsoft.com/office/drawing/2014/main" id="{053A4A9A-59E9-FE4E-8C48-82287B8CFB9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10/28/2026 5:54 PM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ECC6F94-A19F-3C4E-B299-330922AF660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658813" y="684213"/>
            <a:ext cx="5540375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10/28/2026 5:51 PM</a:t>
            </a:fld>
            <a:endParaRPr lang="en-US" dirty="0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685800" y="4107052"/>
            <a:ext cx="5486400" cy="435114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67" rtl="0" eaLnBrk="1" latinLnBrk="0" hangingPunct="1">
      <a:lnSpc>
        <a:spcPct val="90000"/>
      </a:lnSpc>
      <a:spcAft>
        <a:spcPts val="333"/>
      </a:spcAft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212982" indent="-105829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1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328071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482848" indent="-146838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615134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5918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199" y="3730752"/>
            <a:ext cx="9203375" cy="1285186"/>
          </a:xfrm>
          <a:noFill/>
        </p:spPr>
        <p:txBody>
          <a:bodyPr wrap="square" lIns="0" tIns="0" rIns="0" bIns="0" anchor="b" anchorCtr="0">
            <a:no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3C8DF7-52E5-4ABA-86DD-8FD6C136A4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4201" y="5416299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70B977-ED39-4A6F-B505-8559A07A7E86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4201" y="585791"/>
            <a:ext cx="1227600" cy="26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952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hf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1" y="2487337"/>
            <a:ext cx="5510213" cy="1046440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1" y="3962403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EFFEA8-7820-4325-8EB6-9B49BA536D46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4201" y="585791"/>
            <a:ext cx="1227600" cy="26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0142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 userDrawn="1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1" y="1432111"/>
            <a:ext cx="11018838" cy="4836927"/>
          </a:xfrm>
        </p:spPr>
        <p:txBody>
          <a:bodyPr/>
          <a:lstStyle>
            <a:lvl1pPr marL="228611" indent="-228611">
              <a:buSzPct val="90000"/>
              <a:buFont typeface="Arial" panose="020B0604020202020204" pitchFamily="34" charset="0"/>
              <a:buChar char="•"/>
              <a:defRPr/>
            </a:lvl1pPr>
            <a:lvl2pPr marL="457223" indent="-228611">
              <a:buSzPct val="90000"/>
              <a:buFont typeface="Arial" panose="020B0604020202020204" pitchFamily="34" charset="0"/>
              <a:buChar char="•"/>
              <a:defRPr/>
            </a:lvl2pPr>
            <a:lvl3pPr marL="657258" indent="-200035">
              <a:buSzPct val="90000"/>
              <a:buFont typeface="Arial" panose="020B0604020202020204" pitchFamily="34" charset="0"/>
              <a:buChar char="•"/>
              <a:defRPr/>
            </a:lvl3pPr>
            <a:lvl4pPr marL="843005" indent="-180984">
              <a:buSzPct val="90000"/>
              <a:buFont typeface="Arial" panose="020B0604020202020204" pitchFamily="34" charset="0"/>
              <a:buChar char="•"/>
              <a:defRPr/>
            </a:lvl4pPr>
            <a:lvl5pPr marL="1023989" indent="-168284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3299196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905" userDrawn="1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1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85834" indent="0">
              <a:buNone/>
              <a:defRPr/>
            </a:lvl4pPr>
            <a:lvl5pPr marL="914446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3133736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3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1435100"/>
            <a:ext cx="5211764" cy="4831110"/>
          </a:xfrm>
        </p:spPr>
        <p:txBody>
          <a:bodyPr/>
          <a:lstStyle>
            <a:lvl1pPr marL="228611" indent="-228611">
              <a:buSzPct val="90000"/>
              <a:buFont typeface="Arial" panose="020B0604020202020204" pitchFamily="34" charset="0"/>
              <a:buChar char="•"/>
              <a:defRPr/>
            </a:lvl1pPr>
            <a:lvl2pPr marL="457223" indent="-228611">
              <a:buSzPct val="90000"/>
              <a:buFont typeface="Arial" panose="020B0604020202020204" pitchFamily="34" charset="0"/>
              <a:buChar char="•"/>
              <a:defRPr/>
            </a:lvl2pPr>
            <a:lvl3pPr marL="657258" indent="-200035">
              <a:buSzPct val="90000"/>
              <a:buFont typeface="Arial" panose="020B0604020202020204" pitchFamily="34" charset="0"/>
              <a:buChar char="•"/>
              <a:defRPr/>
            </a:lvl3pPr>
            <a:lvl4pPr marL="843005" indent="-180984">
              <a:buSzPct val="90000"/>
              <a:buFont typeface="Arial" panose="020B0604020202020204" pitchFamily="34" charset="0"/>
              <a:buChar char="•"/>
              <a:defRPr/>
            </a:lvl4pPr>
            <a:lvl5pPr marL="1023989" indent="-168284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9" y="1435100"/>
            <a:ext cx="5219700" cy="4831110"/>
          </a:xfrm>
        </p:spPr>
        <p:txBody>
          <a:bodyPr/>
          <a:lstStyle>
            <a:lvl1pPr marL="228611" indent="-228611">
              <a:buSzPct val="90000"/>
              <a:buFont typeface="Arial" panose="020B0604020202020204" pitchFamily="34" charset="0"/>
              <a:buChar char="•"/>
              <a:defRPr/>
            </a:lvl1pPr>
            <a:lvl2pPr marL="457223" indent="-228611">
              <a:buSzPct val="90000"/>
              <a:buFont typeface="Arial" panose="020B0604020202020204" pitchFamily="34" charset="0"/>
              <a:buChar char="•"/>
              <a:defRPr/>
            </a:lvl2pPr>
            <a:lvl3pPr marL="657258" indent="-200035">
              <a:buSzPct val="90000"/>
              <a:buFont typeface="Arial" panose="020B0604020202020204" pitchFamily="34" charset="0"/>
              <a:buChar char="•"/>
              <a:defRPr/>
            </a:lvl3pPr>
            <a:lvl4pPr marL="843005" indent="-180984">
              <a:buSzPct val="90000"/>
              <a:buFont typeface="Arial" panose="020B0604020202020204" pitchFamily="34" charset="0"/>
              <a:buChar char="•"/>
              <a:defRPr/>
            </a:lvl4pPr>
            <a:lvl5pPr marL="1023989" indent="-168284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24536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3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B9D8600-6232-EB42-9B16-FE5606C9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591793"/>
            <a:ext cx="11018521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2710BA9-0DC0-4BFB-82CF-4F93C55DEF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6390" y="1434370"/>
            <a:ext cx="5209891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85834" indent="0">
              <a:buNone/>
              <a:defRPr/>
            </a:lvl4pPr>
            <a:lvl5pPr marL="914446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85F674C-7305-447F-8F35-DBBE34412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95721" y="1434370"/>
            <a:ext cx="5209891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85834" indent="0">
              <a:buNone/>
              <a:defRPr/>
            </a:lvl4pPr>
            <a:lvl5pPr marL="914446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9201898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4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9845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 userDrawn="1">
          <p15:clr>
            <a:srgbClr val="A4A3A4"/>
          </p15:clr>
        </p15:guide>
        <p15:guide id="7" pos="963" userDrawn="1">
          <p15:clr>
            <a:srgbClr val="A4A3A4"/>
          </p15:clr>
        </p15:guide>
        <p15:guide id="8" pos="1373" userDrawn="1">
          <p15:clr>
            <a:srgbClr val="A4A3A4"/>
          </p15:clr>
        </p15:guide>
        <p15:guide id="9" pos="1556" userDrawn="1">
          <p15:clr>
            <a:srgbClr val="A4A3A4"/>
          </p15:clr>
        </p15:guide>
        <p15:guide id="10" pos="1967" userDrawn="1">
          <p15:clr>
            <a:srgbClr val="A4A3A4"/>
          </p15:clr>
        </p15:guide>
        <p15:guide id="11" pos="2150" userDrawn="1">
          <p15:clr>
            <a:srgbClr val="A4A3A4"/>
          </p15:clr>
        </p15:guide>
        <p15:guide id="12" pos="2561" userDrawn="1">
          <p15:clr>
            <a:srgbClr val="A4A3A4"/>
          </p15:clr>
        </p15:guide>
        <p15:guide id="13" pos="2745" userDrawn="1">
          <p15:clr>
            <a:srgbClr val="A4A3A4"/>
          </p15:clr>
        </p15:guide>
        <p15:guide id="14" pos="3156" userDrawn="1">
          <p15:clr>
            <a:srgbClr val="A4A3A4"/>
          </p15:clr>
        </p15:guide>
        <p15:guide id="15" pos="3338" userDrawn="1">
          <p15:clr>
            <a:srgbClr val="A4A3A4"/>
          </p15:clr>
        </p15:guide>
        <p15:guide id="16" pos="3749" userDrawn="1">
          <p15:clr>
            <a:srgbClr val="A4A3A4"/>
          </p15:clr>
        </p15:guide>
        <p15:guide id="17" pos="3932" userDrawn="1">
          <p15:clr>
            <a:srgbClr val="A4A3A4"/>
          </p15:clr>
        </p15:guide>
        <p15:guide id="18" pos="4343" userDrawn="1">
          <p15:clr>
            <a:srgbClr val="A4A3A4"/>
          </p15:clr>
        </p15:guide>
        <p15:guide id="19" pos="4525" userDrawn="1">
          <p15:clr>
            <a:srgbClr val="A4A3A4"/>
          </p15:clr>
        </p15:guide>
        <p15:guide id="20" pos="4938" userDrawn="1">
          <p15:clr>
            <a:srgbClr val="A4A3A4"/>
          </p15:clr>
        </p15:guide>
        <p15:guide id="21" pos="5120" userDrawn="1">
          <p15:clr>
            <a:srgbClr val="A4A3A4"/>
          </p15:clr>
        </p15:guide>
        <p15:guide id="22" pos="5530" userDrawn="1">
          <p15:clr>
            <a:srgbClr val="A4A3A4"/>
          </p15:clr>
        </p15:guide>
        <p15:guide id="23" pos="5715" userDrawn="1">
          <p15:clr>
            <a:srgbClr val="A4A3A4"/>
          </p15:clr>
        </p15:guide>
        <p15:guide id="24" pos="6123" userDrawn="1">
          <p15:clr>
            <a:srgbClr val="A4A3A4"/>
          </p15:clr>
        </p15:guide>
        <p15:guide id="25" pos="6308" userDrawn="1">
          <p15:clr>
            <a:srgbClr val="A4A3A4"/>
          </p15:clr>
        </p15:guide>
        <p15:guide id="26" pos="6717" userDrawn="1">
          <p15:clr>
            <a:srgbClr val="A4A3A4"/>
          </p15:clr>
        </p15:guide>
        <p15:guide id="27" pos="6900" userDrawn="1">
          <p15:clr>
            <a:srgbClr val="A4A3A4"/>
          </p15:clr>
        </p15:guide>
        <p15:guide id="28" orient="horz" pos="905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91C41AE-0083-2A44-9A00-206CEB625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3182780"/>
            <a:ext cx="11018521" cy="492443"/>
          </a:xfrm>
        </p:spPr>
        <p:txBody>
          <a:bodyPr/>
          <a:lstStyle>
            <a:lvl1pPr algn="ctr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385852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 userDrawn="1">
          <p15:clr>
            <a:srgbClr val="A4A3A4"/>
          </p15:clr>
        </p15:guide>
        <p15:guide id="7" pos="963" userDrawn="1">
          <p15:clr>
            <a:srgbClr val="A4A3A4"/>
          </p15:clr>
        </p15:guide>
        <p15:guide id="8" pos="1373" userDrawn="1">
          <p15:clr>
            <a:srgbClr val="A4A3A4"/>
          </p15:clr>
        </p15:guide>
        <p15:guide id="9" pos="1556" userDrawn="1">
          <p15:clr>
            <a:srgbClr val="A4A3A4"/>
          </p15:clr>
        </p15:guide>
        <p15:guide id="10" pos="1967" userDrawn="1">
          <p15:clr>
            <a:srgbClr val="A4A3A4"/>
          </p15:clr>
        </p15:guide>
        <p15:guide id="11" pos="2150" userDrawn="1">
          <p15:clr>
            <a:srgbClr val="A4A3A4"/>
          </p15:clr>
        </p15:guide>
        <p15:guide id="12" pos="2569" userDrawn="1">
          <p15:clr>
            <a:srgbClr val="A4A3A4"/>
          </p15:clr>
        </p15:guide>
        <p15:guide id="13" pos="2745" userDrawn="1">
          <p15:clr>
            <a:srgbClr val="A4A3A4"/>
          </p15:clr>
        </p15:guide>
        <p15:guide id="14" pos="3156" userDrawn="1">
          <p15:clr>
            <a:srgbClr val="A4A3A4"/>
          </p15:clr>
        </p15:guide>
        <p15:guide id="15" pos="3338" userDrawn="1">
          <p15:clr>
            <a:srgbClr val="A4A3A4"/>
          </p15:clr>
        </p15:guide>
        <p15:guide id="16" pos="3749" userDrawn="1">
          <p15:clr>
            <a:srgbClr val="A4A3A4"/>
          </p15:clr>
        </p15:guide>
        <p15:guide id="17" pos="3932" userDrawn="1">
          <p15:clr>
            <a:srgbClr val="A4A3A4"/>
          </p15:clr>
        </p15:guide>
        <p15:guide id="18" pos="4343" userDrawn="1">
          <p15:clr>
            <a:srgbClr val="A4A3A4"/>
          </p15:clr>
        </p15:guide>
        <p15:guide id="19" pos="4525" userDrawn="1">
          <p15:clr>
            <a:srgbClr val="A4A3A4"/>
          </p15:clr>
        </p15:guide>
        <p15:guide id="20" pos="4938" userDrawn="1">
          <p15:clr>
            <a:srgbClr val="A4A3A4"/>
          </p15:clr>
        </p15:guide>
        <p15:guide id="21" pos="5120" userDrawn="1">
          <p15:clr>
            <a:srgbClr val="A4A3A4"/>
          </p15:clr>
        </p15:guide>
        <p15:guide id="22" pos="5530" userDrawn="1">
          <p15:clr>
            <a:srgbClr val="A4A3A4"/>
          </p15:clr>
        </p15:guide>
        <p15:guide id="23" pos="5715" userDrawn="1">
          <p15:clr>
            <a:srgbClr val="A4A3A4"/>
          </p15:clr>
        </p15:guide>
        <p15:guide id="24" pos="6123" userDrawn="1">
          <p15:clr>
            <a:srgbClr val="A4A3A4"/>
          </p15:clr>
        </p15:guide>
        <p15:guide id="25" pos="6308" userDrawn="1">
          <p15:clr>
            <a:srgbClr val="A4A3A4"/>
          </p15:clr>
        </p15:guide>
        <p15:guide id="26" pos="6717" userDrawn="1">
          <p15:clr>
            <a:srgbClr val="A4A3A4"/>
          </p15:clr>
        </p15:guide>
        <p15:guide id="27" pos="6900" userDrawn="1">
          <p15:clr>
            <a:srgbClr val="A4A3A4"/>
          </p15:clr>
        </p15:guide>
        <p15:guide id="28" orient="horz" pos="1992" userDrawn="1">
          <p15:clr>
            <a:srgbClr val="5ACBF0"/>
          </p15:clr>
        </p15:guide>
        <p15:guide id="29" orient="horz" pos="2328" userDrawn="1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C4-3302-EB45-B6C3-8D7D3B54A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060B0B7-8257-AF44-8E50-C5EF88BB382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88264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CAA7D2A-D3F3-C443-BEAB-AE463EB697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1599748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606696E-F9FD-7A41-B239-56C925CA5E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2611232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67BFD11-A5C7-534B-95DE-708BA59C346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622716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4A2493A-DA9A-774E-B698-381E87F302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4634200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9F155F2-1A5E-D049-B799-7F265508271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5645684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9D300ED-46DE-8D44-B42F-D72A4BD1D05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657168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59F3EBB-786F-7A42-B92F-72211CA921F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7668652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BA676D0-34EC-3646-AC3D-071EB3DD9D6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8680136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ADFD9C1-E635-1B46-BC21-4D5D3069E75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9691620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CF35C45-D347-D645-8CD2-6E3D2088C4CC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10703108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9475B80-6F15-0744-AB11-132AC7CF9AF6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588264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65AC22-FEB4-6245-8825-006D3BD5EEC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1599748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CA5DEB6-0C05-E64B-93D0-2DC0A025A090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gray">
          <a:xfrm>
            <a:off x="2611232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846680-CCD1-9948-9632-5B8197B7DFFC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3622716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079D992-3FCF-A34A-88A0-8A2A68C972E0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 bwMode="gray">
          <a:xfrm>
            <a:off x="4634200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996246-3D80-2E4F-B8C7-B5C201E6038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gray">
          <a:xfrm>
            <a:off x="5645684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B08E9CE-2FBC-A34F-A25C-316E2F2AFB5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 bwMode="gray">
          <a:xfrm>
            <a:off x="6657168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DB30B13-3B8F-8940-A799-8867F379BBFF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gray">
          <a:xfrm>
            <a:off x="7668652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C27ED1D-2D58-0F4E-AF78-B5F5237C75C8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 bwMode="gray">
          <a:xfrm>
            <a:off x="8680136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4EBE182-B741-BC49-B664-B0A622BFEA17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 bwMode="gray">
          <a:xfrm>
            <a:off x="9691620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16A9CF0-7A7F-AE48-971A-01E1283DC04D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 bwMode="gray">
          <a:xfrm>
            <a:off x="10703108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E48212A-DC2D-8A4E-948F-CED552226B35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588264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7EC4B1-AFA8-B84C-9D6B-CFC26A347773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1599748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41B8F6-CB16-8A47-93D6-22C9BD6E792E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 bwMode="gray">
          <a:xfrm>
            <a:off x="2611232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647A9E-3E39-5245-986A-31E2F83C941F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3622716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943DD5E-95E4-004B-A652-3964101490F7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gray">
          <a:xfrm>
            <a:off x="4634200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324A395-E051-B041-98A7-F038983D90B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5645684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D8EB23B-20D2-E04A-8B4F-F25763669F4C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 bwMode="gray">
          <a:xfrm>
            <a:off x="6657168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176A914-34CF-6A48-A1B5-7978B2CF9C71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 bwMode="gray">
          <a:xfrm>
            <a:off x="7668652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C220427-E17B-B24E-AB8E-2626C72238E1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 bwMode="gray">
          <a:xfrm>
            <a:off x="8680136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56B660E-74F0-6749-933B-EBBB3DC15E3C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 bwMode="gray">
          <a:xfrm>
            <a:off x="9691620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00E9B2C-54F5-7247-8B0A-8ECF84CB3EC6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 bwMode="gray">
          <a:xfrm>
            <a:off x="10703108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1E232AB-8B15-254B-A855-7F8837E250DF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 bwMode="gray">
          <a:xfrm>
            <a:off x="588264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A9C15B7-B0C8-6F44-8D00-8A2A4EEBF911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 bwMode="gray">
          <a:xfrm>
            <a:off x="1599748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55E00E5-0C32-114B-9C71-A210C35FD8A5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 bwMode="gray">
          <a:xfrm>
            <a:off x="2611232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3BCE8B7-2363-754D-8DCC-BBD1A812A666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 bwMode="gray">
          <a:xfrm>
            <a:off x="3622716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D5E7E1-6C4A-D24E-B423-731BCB2FED82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 bwMode="gray">
          <a:xfrm>
            <a:off x="4634200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994E403-A4F2-D143-8694-FFDDED83B568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 bwMode="gray">
          <a:xfrm>
            <a:off x="5645684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DD66CA9-613E-E649-873E-15770AF37966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 bwMode="gray">
          <a:xfrm>
            <a:off x="6657168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1F31EBB-82CA-0B47-90B9-623F7BEA7BCC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 bwMode="gray">
          <a:xfrm>
            <a:off x="7668652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3354D4A-7AE4-3249-979C-EF717F4169E2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 bwMode="gray">
          <a:xfrm>
            <a:off x="8680136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798148F-325B-8847-998F-D6695555F7A4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 bwMode="gray">
          <a:xfrm>
            <a:off x="9691620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C062AA-6E9F-F148-A650-D892DEAD4D5B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 bwMode="gray">
          <a:xfrm>
            <a:off x="10703108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736B318-56FF-BD45-BE51-B4F02187BAB1}"/>
              </a:ext>
            </a:extLst>
          </p:cNvPr>
          <p:cNvSpPr>
            <a:spLocks noGrp="1"/>
          </p:cNvSpPr>
          <p:nvPr>
            <p:ph type="pic" sz="quarter" idx="55" hasCustomPrompt="1"/>
          </p:nvPr>
        </p:nvSpPr>
        <p:spPr bwMode="gray">
          <a:xfrm>
            <a:off x="588264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874F5D0-313C-9C4E-A76E-837FA8B341EF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 bwMode="gray">
          <a:xfrm>
            <a:off x="1599748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B1B6CBD-7E6A-E64A-8901-48FC6B628F8A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 bwMode="gray">
          <a:xfrm>
            <a:off x="2611232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1345C8D-49CF-D74B-BBBF-1ABB0F2BC7E0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 bwMode="gray">
          <a:xfrm>
            <a:off x="3622716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9431BFC-6034-2D48-B40D-D214B5BA49EA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 bwMode="gray">
          <a:xfrm>
            <a:off x="4634200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E881A0D-AB0E-1544-945D-AFD48D4CD2F5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 bwMode="gray">
          <a:xfrm>
            <a:off x="5645684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64F7E33-6DCA-DF42-BB2E-C8EC136C0AAA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 bwMode="gray">
          <a:xfrm>
            <a:off x="6657168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AC86F5EF-AD62-294A-AE53-AD62F4600B0F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 bwMode="gray">
          <a:xfrm>
            <a:off x="7668652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DDEFD37-0863-F949-AA96-5F73CC3B271A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 bwMode="gray">
          <a:xfrm>
            <a:off x="8680136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7F81ABC-5057-6D45-AD46-29A54A126114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 bwMode="gray">
          <a:xfrm>
            <a:off x="9691620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866A0A0-C971-6B47-A279-161DD8E70EEB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 bwMode="gray">
          <a:xfrm>
            <a:off x="10703108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</p:spTree>
    <p:extLst>
      <p:ext uri="{BB962C8B-B14F-4D97-AF65-F5344CB8AC3E}">
        <p14:creationId xmlns:p14="http://schemas.microsoft.com/office/powerpoint/2010/main" val="2606528856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Squar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334001" y="0"/>
            <a:ext cx="6858000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2262425"/>
            <a:ext cx="4158362" cy="861774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2" y="3535544"/>
            <a:ext cx="4162426" cy="273349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+mn-lt"/>
              </a:defRPr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62021" indent="0">
              <a:buNone/>
              <a:defRPr/>
            </a:lvl4pPr>
            <a:lvl5pPr marL="855706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088565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 userDrawn="1">
          <p15:clr>
            <a:srgbClr val="FBAE40"/>
          </p15:clr>
        </p15:guide>
        <p15:guide id="8" orient="horz" pos="2226" userDrawn="1">
          <p15:clr>
            <a:srgbClr val="5ACBF0"/>
          </p15:clr>
        </p15:guide>
        <p15:guide id="10" pos="3729" userDrawn="1">
          <p15:clr>
            <a:srgbClr val="C35EA4"/>
          </p15:clr>
        </p15:guide>
        <p15:guide id="11" pos="2993" userDrawn="1">
          <p15:clr>
            <a:srgbClr val="5ACBF0"/>
          </p15:clr>
        </p15:guide>
        <p15:guide id="12" pos="3543" userDrawn="1">
          <p15:clr>
            <a:srgbClr val="A4A3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/Feature - Squar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2091FAC0-2210-AA45-95A9-B6A721525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3" y="1028700"/>
            <a:ext cx="6259511" cy="91440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E0B0D8E2-424A-CE45-AD48-F95CCAF1135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638803" y="2299447"/>
            <a:ext cx="6259511" cy="34911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293690" y="1043679"/>
            <a:ext cx="5040311" cy="474008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27239143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 userDrawn="1">
          <p15:clr>
            <a:srgbClr val="FBAE40"/>
          </p15:clr>
        </p15:guide>
        <p15:guide id="6" orient="horz" pos="648" userDrawn="1">
          <p15:clr>
            <a:srgbClr val="5ACBF0"/>
          </p15:clr>
        </p15:guide>
        <p15:guide id="8" orient="horz" pos="3648" userDrawn="1">
          <p15:clr>
            <a:srgbClr val="5ACBF0"/>
          </p15:clr>
        </p15:guide>
        <p15:guide id="10" pos="3721" userDrawn="1">
          <p15:clr>
            <a:srgbClr val="C35EA4"/>
          </p15:clr>
        </p15:guide>
        <p15:guide id="11" pos="2993" userDrawn="1">
          <p15:clr>
            <a:srgbClr val="5ACBF0"/>
          </p15:clr>
        </p15:guide>
        <p15:guide id="12" pos="3552" userDrawn="1">
          <p15:clr>
            <a:srgbClr val="A4A3A4"/>
          </p15:clr>
        </p15:guide>
        <p15:guide id="14" orient="horz" pos="1440" userDrawn="1">
          <p15:clr>
            <a:srgbClr val="5ACBF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5497686"/>
            <a:ext cx="11018521" cy="430887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7004939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 userDrawn="1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927845"/>
            <a:ext cx="11018521" cy="430887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-2381" y="228600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29556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 userDrawn="1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5486403"/>
            <a:ext cx="5367529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22077"/>
            <a:ext cx="5367529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486403"/>
            <a:ext cx="5367529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39256" y="1822077"/>
            <a:ext cx="5367529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and drop your photo here</a:t>
            </a:r>
            <a:br>
              <a:rPr lang="en-US" dirty="0"/>
            </a:br>
            <a:r>
              <a:rPr lang="en-US" dirty="0"/>
              <a:t>or click or tap icon below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E6852B-EA48-4DA0-85C5-B2B1A9079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39760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3749" userDrawn="1">
          <p15:clr>
            <a:srgbClr val="5ACBF0"/>
          </p15:clr>
        </p15:guide>
        <p15:guide id="7" pos="3931" userDrawn="1">
          <p15:clr>
            <a:srgbClr val="5ACBF0"/>
          </p15:clr>
        </p15:guide>
        <p15:guide id="8" orient="horz" pos="1139" userDrawn="1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4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358640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132063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682FBC-A5FE-4949-90A0-2C7AE294D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1312278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1139" userDrawn="1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0F91C1-B794-4B3E-A261-364FE47713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4202" y="2024067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047671E-2E0A-4489-899C-1D6A3B3522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201" y="2611569"/>
            <a:ext cx="479620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D194322E-67FD-4731-91FC-9B5B2B3A5FE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2968B98-448E-47A5-B9E2-F68A957DA80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56102" y="2024067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A09AF88B-94B0-4951-950E-0E65325729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56101" y="2611569"/>
            <a:ext cx="479620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0" name="Content Placeholder 16">
            <a:extLst>
              <a:ext uri="{FF2B5EF4-FFF2-40B4-BE49-F238E27FC236}">
                <a16:creationId xmlns:a16="http://schemas.microsoft.com/office/drawing/2014/main" id="{1DFDCCC0-C216-43D7-9899-005148CAC5B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56102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841B3CC-F651-426F-BDBF-9505DCD7F9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28002" y="2029782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0B321F9A-F25D-4EEF-BA80-BFBD772AAC7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8002" y="2617284"/>
            <a:ext cx="479620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Content Placeholder 16">
            <a:extLst>
              <a:ext uri="{FF2B5EF4-FFF2-40B4-BE49-F238E27FC236}">
                <a16:creationId xmlns:a16="http://schemas.microsoft.com/office/drawing/2014/main" id="{7324DA3D-8837-4E90-8B42-BC383F017C2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28000" y="2951013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C2C5B4-0CEA-48E6-9BA2-F8B9CA5BE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6848643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612" userDrawn="1">
          <p15:clr>
            <a:srgbClr val="5ACBF0"/>
          </p15:clr>
        </p15:guide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1842" userDrawn="1">
          <p15:clr>
            <a:srgbClr val="5ACBF0"/>
          </p15:clr>
        </p15:guide>
        <p15:guide id="11" orient="horz" pos="1275" userDrawn="1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rodu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CA3A818-AA31-4BF6-A4C4-C805CCA29124}"/>
              </a:ext>
            </a:extLst>
          </p:cNvPr>
          <p:cNvSpPr/>
          <p:nvPr userDrawn="1"/>
        </p:nvSpPr>
        <p:spPr>
          <a:xfrm>
            <a:off x="588388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7B003B0A-786C-4C57-B303-7A366B39C7D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85218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buNone/>
              <a:defRPr sz="1800" b="1">
                <a:solidFill>
                  <a:schemeClr val="bg1"/>
                </a:solidFill>
              </a:defRPr>
            </a:lvl2pPr>
            <a:lvl3pPr marL="0" indent="0" algn="ctr">
              <a:buNone/>
              <a:defRPr sz="1800" b="1">
                <a:solidFill>
                  <a:schemeClr val="bg1"/>
                </a:solidFill>
              </a:defRPr>
            </a:lvl3pPr>
            <a:lvl4pPr marL="0" indent="0" algn="ctr">
              <a:buNone/>
              <a:defRPr sz="1800" b="1">
                <a:solidFill>
                  <a:schemeClr val="bg1"/>
                </a:solidFill>
              </a:defRPr>
            </a:lvl4pPr>
            <a:lvl5pPr marL="0" indent="0" algn="ctr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83C52E2-057A-4B53-8F31-B05DF775242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6556" y="3898077"/>
            <a:ext cx="3017520" cy="1598666"/>
          </a:xfrm>
        </p:spPr>
        <p:txBody>
          <a:bodyPr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D58E01-097F-41EB-809A-E7059986FF1B}"/>
              </a:ext>
            </a:extLst>
          </p:cNvPr>
          <p:cNvSpPr/>
          <p:nvPr userDrawn="1"/>
        </p:nvSpPr>
        <p:spPr bwMode="auto">
          <a:xfrm>
            <a:off x="588388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5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816556" y="2166689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EE3E95-B158-4C86-84DF-A9A13E023DB6}"/>
              </a:ext>
            </a:extLst>
          </p:cNvPr>
          <p:cNvSpPr/>
          <p:nvPr userDrawn="1"/>
        </p:nvSpPr>
        <p:spPr>
          <a:xfrm>
            <a:off x="4359073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21E2461-F046-4629-B68B-D8EE0ED76B5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87240" y="3898077"/>
            <a:ext cx="3017520" cy="1598666"/>
          </a:xfrm>
        </p:spPr>
        <p:txBody>
          <a:bodyPr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F76B0EA-9AD2-41EB-ADA3-35F181847420}"/>
              </a:ext>
            </a:extLst>
          </p:cNvPr>
          <p:cNvSpPr/>
          <p:nvPr userDrawn="1"/>
        </p:nvSpPr>
        <p:spPr bwMode="auto">
          <a:xfrm>
            <a:off x="4359073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5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6D6B7E8-8355-48AE-AA16-7F356A160BC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587240" y="2166689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D0F26A8-11EC-43E1-8523-7B0228D9735B}"/>
              </a:ext>
            </a:extLst>
          </p:cNvPr>
          <p:cNvSpPr/>
          <p:nvPr userDrawn="1"/>
        </p:nvSpPr>
        <p:spPr>
          <a:xfrm>
            <a:off x="8129757" y="1355289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B08E5BD0-8E67-461B-B922-64413A6BE11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57924" y="3892110"/>
            <a:ext cx="3017520" cy="1598666"/>
          </a:xfrm>
        </p:spPr>
        <p:txBody>
          <a:bodyPr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17C328-65EC-49F9-96BC-655F5BDAE853}"/>
              </a:ext>
            </a:extLst>
          </p:cNvPr>
          <p:cNvSpPr/>
          <p:nvPr userDrawn="1"/>
        </p:nvSpPr>
        <p:spPr bwMode="auto">
          <a:xfrm>
            <a:off x="8129757" y="1995370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5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E0EE21D-2571-4587-82C6-AF23D68068E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8357924" y="2160722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714D4-57F9-4476-BAC0-86F4ED06D1E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88382" y="5812349"/>
            <a:ext cx="11015231" cy="48786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800"/>
            </a:lvl1pPr>
            <a:lvl2pPr marL="0" indent="0" algn="ctr">
              <a:buNone/>
              <a:defRPr sz="2800"/>
            </a:lvl2pPr>
            <a:lvl3pPr marL="0" indent="0" algn="ctr">
              <a:buNone/>
              <a:defRPr sz="2800"/>
            </a:lvl3pPr>
            <a:lvl4pPr marL="0" indent="0" algn="ctr">
              <a:buNone/>
              <a:defRPr sz="2800"/>
            </a:lvl4pPr>
            <a:lvl5pPr marL="0" indent="0" algn="ctr">
              <a:buNone/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82B82D46-6BE4-4842-99AA-5D585A8411A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55902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buNone/>
              <a:defRPr sz="1800" b="1">
                <a:solidFill>
                  <a:schemeClr val="bg1"/>
                </a:solidFill>
              </a:defRPr>
            </a:lvl2pPr>
            <a:lvl3pPr marL="0" indent="0" algn="ctr">
              <a:buNone/>
              <a:defRPr sz="1800" b="1">
                <a:solidFill>
                  <a:schemeClr val="bg1"/>
                </a:solidFill>
              </a:defRPr>
            </a:lvl3pPr>
            <a:lvl4pPr marL="0" indent="0" algn="ctr">
              <a:buNone/>
              <a:defRPr sz="1800" b="1">
                <a:solidFill>
                  <a:schemeClr val="bg1"/>
                </a:solidFill>
              </a:defRPr>
            </a:lvl4pPr>
            <a:lvl5pPr marL="0" indent="0" algn="ctr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2921C6F5-BAE0-41B0-A919-ABDAF35DADB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32926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buNone/>
              <a:defRPr sz="1800" b="1">
                <a:solidFill>
                  <a:schemeClr val="bg1"/>
                </a:solidFill>
              </a:defRPr>
            </a:lvl2pPr>
            <a:lvl3pPr marL="0" indent="0" algn="ctr">
              <a:buNone/>
              <a:defRPr sz="1800" b="1">
                <a:solidFill>
                  <a:schemeClr val="bg1"/>
                </a:solidFill>
              </a:defRPr>
            </a:lvl3pPr>
            <a:lvl4pPr marL="0" indent="0" algn="ctr">
              <a:buNone/>
              <a:defRPr sz="1800" b="1">
                <a:solidFill>
                  <a:schemeClr val="bg1"/>
                </a:solidFill>
              </a:defRPr>
            </a:lvl4pPr>
            <a:lvl5pPr marL="0" indent="0" algn="ctr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3C91994A-3654-4C3E-A312-4B73609F5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591793"/>
            <a:ext cx="11018521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70053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822" userDrawn="1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413908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45204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9076500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29770F-45CE-4505-A3E9-DB203881F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273574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856" userDrawn="1">
          <p15:clr>
            <a:srgbClr val="5ACBF0"/>
          </p15:clr>
        </p15:guide>
        <p15:guide id="5" orient="horz" pos="288" userDrawn="1">
          <p15:clr>
            <a:srgbClr val="5ACBF0"/>
          </p15:clr>
        </p15:guide>
        <p15:guide id="6" pos="1963" userDrawn="1">
          <p15:clr>
            <a:srgbClr val="5ACBF0"/>
          </p15:clr>
        </p15:guide>
        <p15:guide id="7" pos="2150" userDrawn="1">
          <p15:clr>
            <a:srgbClr val="5ACBF0"/>
          </p15:clr>
        </p15:guide>
        <p15:guide id="8" pos="3747" userDrawn="1">
          <p15:clr>
            <a:srgbClr val="5ACBF0"/>
          </p15:clr>
        </p15:guide>
        <p15:guide id="9" pos="3933" userDrawn="1">
          <p15:clr>
            <a:srgbClr val="5ACBF0"/>
          </p15:clr>
        </p15:guide>
        <p15:guide id="10" pos="5530" userDrawn="1">
          <p15:clr>
            <a:srgbClr val="5ACBF0"/>
          </p15:clr>
        </p15:guide>
        <p15:guide id="11" pos="5716" userDrawn="1">
          <p15:clr>
            <a:srgbClr val="5ACBF0"/>
          </p15:clr>
        </p15:guide>
        <p15:guide id="12" orient="horz" pos="1139" userDrawn="1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ore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A09B8F0-E785-4993-A9CA-BE8D371B2F1C}"/>
              </a:ext>
            </a:extLst>
          </p:cNvPr>
          <p:cNvSpPr/>
          <p:nvPr userDrawn="1"/>
        </p:nvSpPr>
        <p:spPr bwMode="auto">
          <a:xfrm>
            <a:off x="725757" y="17145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6082FB-3119-4714-B0C0-D572EC975527}"/>
              </a:ext>
            </a:extLst>
          </p:cNvPr>
          <p:cNvSpPr/>
          <p:nvPr userDrawn="1"/>
        </p:nvSpPr>
        <p:spPr bwMode="auto">
          <a:xfrm>
            <a:off x="58826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020223-B6E5-4A3F-B38B-BD07D5D659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7659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2C7966-C4D7-49C0-B78C-2335EC9122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90445" y="19449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53DD438-6A23-4472-B641-263CA368D7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90445" y="26436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976077-CE80-43B8-9EE5-625D9EBF3AFE}"/>
              </a:ext>
            </a:extLst>
          </p:cNvPr>
          <p:cNvSpPr/>
          <p:nvPr userDrawn="1"/>
        </p:nvSpPr>
        <p:spPr bwMode="auto">
          <a:xfrm>
            <a:off x="588263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A4A6B61-EF71-4B61-BCE3-366255FDF1EC}"/>
              </a:ext>
            </a:extLst>
          </p:cNvPr>
          <p:cNvSpPr/>
          <p:nvPr userDrawn="1"/>
        </p:nvSpPr>
        <p:spPr bwMode="auto">
          <a:xfrm>
            <a:off x="725757" y="38989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40B7D3AE-CE8F-4AFB-89D1-7B9F5309DE1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7659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6CF9214B-A0AA-4B6C-B28E-D4EBC5ADE4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90445" y="41293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C4CC4422-DCB4-43AA-AAD9-BCD5D2AA4B9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90445" y="48280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805574-3B72-481E-A744-EA088066496F}"/>
              </a:ext>
            </a:extLst>
          </p:cNvPr>
          <p:cNvSpPr/>
          <p:nvPr userDrawn="1"/>
        </p:nvSpPr>
        <p:spPr bwMode="auto">
          <a:xfrm>
            <a:off x="4493594" y="17145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BB8D822-4AF5-4132-A5BC-447AFB46D9A1}"/>
              </a:ext>
            </a:extLst>
          </p:cNvPr>
          <p:cNvSpPr/>
          <p:nvPr userDrawn="1"/>
        </p:nvSpPr>
        <p:spPr bwMode="auto">
          <a:xfrm>
            <a:off x="4356099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885CB766-3BA7-4C6E-981C-12B89BBC0E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95495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8" name="Text Placeholder 6">
            <a:extLst>
              <a:ext uri="{FF2B5EF4-FFF2-40B4-BE49-F238E27FC236}">
                <a16:creationId xmlns:a16="http://schemas.microsoft.com/office/drawing/2014/main" id="{8844DE8E-38F4-4A62-9864-CF5DC11D85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8282" y="19449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D1DCB16E-3178-4977-908B-DCB9D5BE659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58283" y="26436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3833F72-DCBA-4AB2-B21A-B550376D8C87}"/>
              </a:ext>
            </a:extLst>
          </p:cNvPr>
          <p:cNvSpPr/>
          <p:nvPr userDrawn="1"/>
        </p:nvSpPr>
        <p:spPr bwMode="auto">
          <a:xfrm>
            <a:off x="4502418" y="38989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4259E61-6078-44AA-A8F7-193579B7AE28}"/>
              </a:ext>
            </a:extLst>
          </p:cNvPr>
          <p:cNvSpPr/>
          <p:nvPr userDrawn="1"/>
        </p:nvSpPr>
        <p:spPr bwMode="auto">
          <a:xfrm>
            <a:off x="4364925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E4A82533-F2BF-4E0A-BA3B-0430252D75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04320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B3A0E84D-D831-421C-9A30-9491AAAF808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67106" y="41293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BCDABBF1-093E-49D4-A19B-3B845261213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167108" y="48280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FBA965-A892-4051-B1FD-FD4306CA19AF}"/>
              </a:ext>
            </a:extLst>
          </p:cNvPr>
          <p:cNvSpPr/>
          <p:nvPr userDrawn="1"/>
        </p:nvSpPr>
        <p:spPr bwMode="auto">
          <a:xfrm>
            <a:off x="8275907" y="17145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BE5E53-DE80-4281-9FEC-7ACDD1067819}"/>
              </a:ext>
            </a:extLst>
          </p:cNvPr>
          <p:cNvSpPr/>
          <p:nvPr userDrawn="1"/>
        </p:nvSpPr>
        <p:spPr bwMode="auto">
          <a:xfrm>
            <a:off x="813841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4C1E6F08-6F2F-4B8B-9D87-C030E94DF1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77808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8" name="Text Placeholder 6">
            <a:extLst>
              <a:ext uri="{FF2B5EF4-FFF2-40B4-BE49-F238E27FC236}">
                <a16:creationId xmlns:a16="http://schemas.microsoft.com/office/drawing/2014/main" id="{2D06001F-6138-4D6F-A243-7FFE1D81CCE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940594" y="19449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9" name="Text Placeholder 18">
            <a:extLst>
              <a:ext uri="{FF2B5EF4-FFF2-40B4-BE49-F238E27FC236}">
                <a16:creationId xmlns:a16="http://schemas.microsoft.com/office/drawing/2014/main" id="{7841B3D9-6CC3-427F-B428-8C3FDE4BE06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940596" y="26436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41224F9-6A4C-4C65-8E42-6E3D85470B57}"/>
              </a:ext>
            </a:extLst>
          </p:cNvPr>
          <p:cNvSpPr/>
          <p:nvPr userDrawn="1"/>
        </p:nvSpPr>
        <p:spPr bwMode="auto">
          <a:xfrm>
            <a:off x="8270256" y="3895725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2903A56-607B-4490-BE1F-86412530286F}"/>
              </a:ext>
            </a:extLst>
          </p:cNvPr>
          <p:cNvSpPr/>
          <p:nvPr userDrawn="1"/>
        </p:nvSpPr>
        <p:spPr bwMode="auto">
          <a:xfrm>
            <a:off x="8132762" y="3895725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DE7C2246-8982-4ECB-88AC-EB1C473C2B5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472158" y="4037914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43" name="Text Placeholder 6">
            <a:extLst>
              <a:ext uri="{FF2B5EF4-FFF2-40B4-BE49-F238E27FC236}">
                <a16:creationId xmlns:a16="http://schemas.microsoft.com/office/drawing/2014/main" id="{709DFA2F-B194-435C-9191-8090148D15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34944" y="4126200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44" name="Text Placeholder 18">
            <a:extLst>
              <a:ext uri="{FF2B5EF4-FFF2-40B4-BE49-F238E27FC236}">
                <a16:creationId xmlns:a16="http://schemas.microsoft.com/office/drawing/2014/main" id="{66A57C42-7CBF-4742-80C3-46C15991F8E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934945" y="4824848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8E6D12-E7E5-4852-90CA-46E41D32C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4636526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702" userDrawn="1">
          <p15:clr>
            <a:srgbClr val="5ACBF0"/>
          </p15:clr>
        </p15:guide>
        <p15:guide id="5" orient="horz" pos="288" userDrawn="1">
          <p15:clr>
            <a:srgbClr val="5ACBF0"/>
          </p15:clr>
        </p15:guide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1071" userDrawn="1">
          <p15:clr>
            <a:srgbClr val="5ACBF0"/>
          </p15:clr>
        </p15:guide>
        <p15:guide id="11" orient="horz" pos="2455" userDrawn="1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reensho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9D883269-C75C-4B87-8CD9-BE4E94E2B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C923CE-7CB3-4CF0-AAA2-722B1683A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5300" y="2017713"/>
            <a:ext cx="3494089" cy="4251325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</a:lstStyle>
          <a:p>
            <a:pPr lvl="0"/>
            <a:r>
              <a:rPr lang="en-US" dirty="0"/>
              <a:t>Add a caption</a:t>
            </a:r>
          </a:p>
        </p:txBody>
      </p:sp>
      <p:sp>
        <p:nvSpPr>
          <p:cNvPr id="3" name="Picture Placeholder 2" descr="This screenshot is a 'placeholder' only. Drag or drop your screen shot here, or click and tap the center to insert a photo.">
            <a:extLst>
              <a:ext uri="{FF2B5EF4-FFF2-40B4-BE49-F238E27FC236}">
                <a16:creationId xmlns:a16="http://schemas.microsoft.com/office/drawing/2014/main" id="{32952E5A-3BE5-4580-872E-DC3A31E8D4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82612" y="1436688"/>
            <a:ext cx="7253289" cy="483235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tIns="720000" bIns="1005840" anchor="t" anchorCtr="0">
            <a:noAutofit/>
          </a:bodyPr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Drag &amp; drop a</a:t>
            </a:r>
            <a:br>
              <a:rPr lang="en-US" dirty="0"/>
            </a:br>
            <a:r>
              <a:rPr lang="en-US" dirty="0"/>
              <a:t>screenshot here</a:t>
            </a:r>
            <a:br>
              <a:rPr lang="en-US" dirty="0"/>
            </a:br>
            <a:r>
              <a:rPr lang="en-US" dirty="0"/>
              <a:t>or click or tap icon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363317621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0" pos="4938" userDrawn="1">
          <p15:clr>
            <a:srgbClr val="5ACBF0"/>
          </p15:clr>
        </p15:guide>
        <p15:guide id="21" pos="5113" userDrawn="1">
          <p15:clr>
            <a:srgbClr val="5ACBF0"/>
          </p15:clr>
        </p15:guide>
        <p15:guide id="28" orient="horz" pos="905" userDrawn="1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31026A-4A74-439D-A8F5-DB82A03E7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131029"/>
            <a:ext cx="3468956" cy="861774"/>
          </a:xfrm>
        </p:spPr>
        <p:txBody>
          <a:bodyPr anchor="t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8DBB0A-21C9-483B-83DA-E59B5C3578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6105" y="2131032"/>
            <a:ext cx="6961188" cy="3980641"/>
          </a:xfrm>
        </p:spPr>
        <p:txBody>
          <a:bodyPr>
            <a:normAutofit/>
          </a:bodyPr>
          <a:lstStyle>
            <a:lvl1pPr marL="320056" indent="-320056">
              <a:spcAft>
                <a:spcPts val="1200"/>
              </a:spcAft>
              <a:buFont typeface="+mj-lt"/>
              <a:buAutoNum type="arabicPeriod"/>
              <a:defRPr sz="2000"/>
            </a:lvl1pPr>
            <a:lvl2pPr marL="228611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9FD800B-7DF4-487A-ADA4-F44FB0D5A3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588264" y="1842902"/>
            <a:ext cx="3477325" cy="0"/>
          </a:xfrm>
          <a:prstGeom prst="line">
            <a:avLst/>
          </a:prstGeom>
          <a:ln w="63500">
            <a:solidFill>
              <a:schemeClr val="accent1">
                <a:lumMod val="20000"/>
                <a:lumOff val="8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17D0DD9-81B9-4F58-9346-51EE2B8F8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648201" y="1842902"/>
            <a:ext cx="6961188" cy="0"/>
          </a:xfrm>
          <a:prstGeom prst="line">
            <a:avLst/>
          </a:prstGeom>
          <a:ln w="6350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793507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2" pos="2561" userDrawn="1">
          <p15:clr>
            <a:srgbClr val="5ACBF0"/>
          </p15:clr>
        </p15:guide>
        <p15:guide id="29" orient="horz" pos="1271" userDrawn="1">
          <p15:clr>
            <a:srgbClr val="5ACBF0"/>
          </p15:clr>
        </p15:guide>
        <p15:guide id="33" pos="2928" userDrawn="1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5" y="3211972"/>
            <a:ext cx="3182027" cy="430887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292103"/>
            <a:ext cx="6667500" cy="5976939"/>
          </a:xfr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356100" y="2264940"/>
            <a:ext cx="0" cy="2059178"/>
          </a:xfrm>
          <a:prstGeom prst="line">
            <a:avLst/>
          </a:prstGeom>
          <a:ln w="635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02554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0" pos="2377" userDrawn="1">
          <p15:clr>
            <a:srgbClr val="5ACBF0"/>
          </p15:clr>
        </p15:guide>
        <p15:guide id="31" pos="3114" userDrawn="1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5805"/>
            <a:ext cx="6037460" cy="443198"/>
          </a:xfrm>
          <a:noFill/>
        </p:spPr>
        <p:txBody>
          <a:bodyPr wrap="square" lIns="0" tIns="0" rIns="0" bIns="0" anchor="b" anchorCtr="0">
            <a:spAutoFit/>
          </a:bodyPr>
          <a:lstStyle>
            <a:lvl1pPr algn="l" defTabSz="932789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1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756302"/>
            <a:ext cx="6037460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spc="0" baseline="0">
                <a:solidFill>
                  <a:schemeClr val="accent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6F4CBF-3771-416F-BD4B-AF9C13A617ED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22978" y="3207401"/>
            <a:ext cx="2702419" cy="59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602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orient="horz" pos="1872" userDrawn="1">
          <p15:clr>
            <a:srgbClr val="5ACBF0"/>
          </p15:clr>
        </p15:guide>
        <p15:guide id="4" orient="horz" pos="2364" userDrawn="1">
          <p15:clr>
            <a:srgbClr val="5ACBF0"/>
          </p15:clr>
        </p15:guide>
        <p15:guide id="5" pos="3840" userDrawn="1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570560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 userDrawn="1">
          <p15:clr>
            <a:srgbClr val="A4A3A4"/>
          </p15:clr>
        </p15:guide>
        <p15:guide id="7" pos="963" userDrawn="1">
          <p15:clr>
            <a:srgbClr val="A4A3A4"/>
          </p15:clr>
        </p15:guide>
        <p15:guide id="8" pos="1373" userDrawn="1">
          <p15:clr>
            <a:srgbClr val="A4A3A4"/>
          </p15:clr>
        </p15:guide>
        <p15:guide id="9" pos="1556" userDrawn="1">
          <p15:clr>
            <a:srgbClr val="A4A3A4"/>
          </p15:clr>
        </p15:guide>
        <p15:guide id="10" pos="1967" userDrawn="1">
          <p15:clr>
            <a:srgbClr val="A4A3A4"/>
          </p15:clr>
        </p15:guide>
        <p15:guide id="11" pos="2150" userDrawn="1">
          <p15:clr>
            <a:srgbClr val="A4A3A4"/>
          </p15:clr>
        </p15:guide>
        <p15:guide id="12" pos="2561" userDrawn="1">
          <p15:clr>
            <a:srgbClr val="A4A3A4"/>
          </p15:clr>
        </p15:guide>
        <p15:guide id="13" pos="2745" userDrawn="1">
          <p15:clr>
            <a:srgbClr val="A4A3A4"/>
          </p15:clr>
        </p15:guide>
        <p15:guide id="14" pos="3156" userDrawn="1">
          <p15:clr>
            <a:srgbClr val="A4A3A4"/>
          </p15:clr>
        </p15:guide>
        <p15:guide id="15" pos="3338" userDrawn="1">
          <p15:clr>
            <a:srgbClr val="A4A3A4"/>
          </p15:clr>
        </p15:guide>
        <p15:guide id="16" pos="3749" userDrawn="1">
          <p15:clr>
            <a:srgbClr val="A4A3A4"/>
          </p15:clr>
        </p15:guide>
        <p15:guide id="17" pos="3932" userDrawn="1">
          <p15:clr>
            <a:srgbClr val="A4A3A4"/>
          </p15:clr>
        </p15:guide>
        <p15:guide id="18" pos="4343" userDrawn="1">
          <p15:clr>
            <a:srgbClr val="A4A3A4"/>
          </p15:clr>
        </p15:guide>
        <p15:guide id="19" pos="4525" userDrawn="1">
          <p15:clr>
            <a:srgbClr val="A4A3A4"/>
          </p15:clr>
        </p15:guide>
        <p15:guide id="20" pos="4938" userDrawn="1">
          <p15:clr>
            <a:srgbClr val="A4A3A4"/>
          </p15:clr>
        </p15:guide>
        <p15:guide id="21" pos="5120" userDrawn="1">
          <p15:clr>
            <a:srgbClr val="A4A3A4"/>
          </p15:clr>
        </p15:guide>
        <p15:guide id="22" pos="5530" userDrawn="1">
          <p15:clr>
            <a:srgbClr val="A4A3A4"/>
          </p15:clr>
        </p15:guide>
        <p15:guide id="23" pos="5715" userDrawn="1">
          <p15:clr>
            <a:srgbClr val="A4A3A4"/>
          </p15:clr>
        </p15:guide>
        <p15:guide id="24" pos="6123" userDrawn="1">
          <p15:clr>
            <a:srgbClr val="A4A3A4"/>
          </p15:clr>
        </p15:guide>
        <p15:guide id="25" pos="6308" userDrawn="1">
          <p15:clr>
            <a:srgbClr val="A4A3A4"/>
          </p15:clr>
        </p15:guide>
        <p15:guide id="26" pos="6717" userDrawn="1">
          <p15:clr>
            <a:srgbClr val="A4A3A4"/>
          </p15:clr>
        </p15:guide>
        <p15:guide id="27" pos="6900" userDrawn="1">
          <p15:clr>
            <a:srgbClr val="A4A3A4"/>
          </p15:clr>
        </p15:guide>
        <p15:guide id="28" orient="horz" pos="905" userDrawn="1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0DF2A6-26A8-4810-95DF-F65F123C66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Software code slide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4" y="1436688"/>
            <a:ext cx="11018521" cy="4829522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71" indent="0">
              <a:buNone/>
              <a:defRPr sz="1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37" indent="0">
              <a:buNone/>
              <a:defRPr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604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1050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430587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 userDrawn="1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 and Attrib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BCE27-18A9-4B58-967D-F414D11BC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9682BFC-72AD-43B8-82AA-B9CAA5B851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964" y="1436692"/>
            <a:ext cx="11020426" cy="4829175"/>
          </a:xfrm>
        </p:spPr>
        <p:txBody>
          <a:bodyPr/>
          <a:lstStyle>
            <a:lvl1pPr marL="0" indent="0">
              <a:buNone/>
              <a:defRPr sz="1100"/>
            </a:lvl1pPr>
            <a:lvl2pPr marL="228611" indent="0">
              <a:buNone/>
              <a:defRPr sz="1100"/>
            </a:lvl2pPr>
            <a:lvl3pPr marL="457223" indent="0">
              <a:buNone/>
              <a:defRPr sz="1100"/>
            </a:lvl3pPr>
            <a:lvl4pPr marL="662021" indent="0">
              <a:buNone/>
              <a:defRPr sz="1100"/>
            </a:lvl4pPr>
            <a:lvl5pPr marL="855706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6427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 userDrawn="1">
          <p15:clr>
            <a:srgbClr val="5ACBF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log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5CD1CF4-BF52-4A9A-864B-B7138A0D8208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4202" y="585791"/>
            <a:ext cx="1339351" cy="2926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CB3EC8B-A541-4803-BD06-4CF36BCBC7AC}"/>
              </a:ext>
            </a:extLst>
          </p:cNvPr>
          <p:cNvSpPr txBox="1"/>
          <p:nvPr userDrawn="1"/>
        </p:nvSpPr>
        <p:spPr>
          <a:xfrm>
            <a:off x="196320" y="6553366"/>
            <a:ext cx="114455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 userDrawn="1"/>
        </p:nvSpPr>
        <p:spPr bwMode="auto">
          <a:xfrm>
            <a:off x="603380" y="6567866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solidFill>
                <a:schemeClr val="tx1"/>
              </a:soli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5069136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theme" Target="../theme/theme1.xml"/><Relationship Id="rId2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588264" y="591794"/>
            <a:ext cx="11018521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 userDrawn="1">
            <p:ph type="body" idx="1"/>
          </p:nvPr>
        </p:nvSpPr>
        <p:spPr>
          <a:xfrm>
            <a:off x="584200" y="1435503"/>
            <a:ext cx="11018521" cy="483070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 userDrawn="1"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 userDrawn="1"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 userDrawn="1"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 userDrawn="1"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 userDrawn="1"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 userDrawn="1"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 userDrawn="1"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 userDrawn="1"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 userDrawn="1"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519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 userDrawn="1"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519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B11974-843F-5942-BA9E-97ADE41C9A58}"/>
              </a:ext>
            </a:extLst>
          </p:cNvPr>
          <p:cNvSpPr txBox="1"/>
          <p:nvPr userDrawn="1"/>
        </p:nvSpPr>
        <p:spPr>
          <a:xfrm>
            <a:off x="196320" y="6553366"/>
            <a:ext cx="114455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C37A066-5679-7640-9C08-54559BF7A6BC}"/>
              </a:ext>
            </a:extLst>
          </p:cNvPr>
          <p:cNvSpPr txBox="1"/>
          <p:nvPr userDrawn="1"/>
        </p:nvSpPr>
        <p:spPr>
          <a:xfrm>
            <a:off x="444516" y="6543252"/>
            <a:ext cx="26930" cy="198276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marL="0" marR="0" indent="0" algn="l" defTabSz="9144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 spc="10" dirty="0">
                <a:solidFill>
                  <a:schemeClr val="bg1"/>
                </a:solidFill>
                <a:cs typeface="Arial" panose="020B0604020202020204" pitchFamily="34" charset="0"/>
              </a:rPr>
              <a:t>|</a:t>
            </a:r>
          </a:p>
        </p:txBody>
      </p:sp>
      <p:sp>
        <p:nvSpPr>
          <p:cNvPr id="50" name="Rectangle 49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31FF5E37-9042-4844-B9BE-993B8146017C}"/>
              </a:ext>
            </a:extLst>
          </p:cNvPr>
          <p:cNvSpPr/>
          <p:nvPr userDrawn="1"/>
        </p:nvSpPr>
        <p:spPr bwMode="auto">
          <a:xfrm>
            <a:off x="603380" y="6567866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solidFill>
                <a:schemeClr val="tx1"/>
              </a:soli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37D7AC4D-9491-4E01-B00E-358B03A637B8}"/>
              </a:ext>
            </a:extLst>
          </p:cNvPr>
          <p:cNvPicPr>
            <a:picLocks noChangeAspect="1"/>
          </p:cNvPicPr>
          <p:nvPr userDrawn="1"/>
        </p:nvPicPr>
        <p:blipFill>
          <a:blip r:embed="rId29"/>
          <a:stretch>
            <a:fillRect/>
          </a:stretch>
        </p:blipFill>
        <p:spPr>
          <a:xfrm>
            <a:off x="11410467" y="6561727"/>
            <a:ext cx="645078" cy="1537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9933A70-94AC-9AB9-87C4-F5766CAAC071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1" y="63502"/>
            <a:ext cx="995364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8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[Copyright &lt;Year&gt;]</a:t>
            </a:r>
          </a:p>
        </p:txBody>
      </p:sp>
    </p:spTree>
    <p:extLst>
      <p:ext uri="{BB962C8B-B14F-4D97-AF65-F5344CB8AC3E}">
        <p14:creationId xmlns:p14="http://schemas.microsoft.com/office/powerpoint/2010/main" val="3588427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20" r:id="rId1"/>
    <p:sldLayoutId id="2147484833" r:id="rId2"/>
    <p:sldLayoutId id="2147484710" r:id="rId3"/>
    <p:sldLayoutId id="2147484240" r:id="rId4"/>
    <p:sldLayoutId id="2147484736" r:id="rId5"/>
    <p:sldLayoutId id="2147484474" r:id="rId6"/>
    <p:sldLayoutId id="2147484639" r:id="rId7"/>
    <p:sldLayoutId id="2147484603" r:id="rId8"/>
    <p:sldLayoutId id="2147484919" r:id="rId9"/>
    <p:sldLayoutId id="2147484751" r:id="rId10"/>
    <p:sldLayoutId id="2147484914" r:id="rId11"/>
    <p:sldLayoutId id="2147484835" r:id="rId12"/>
    <p:sldLayoutId id="2147484836" r:id="rId13"/>
    <p:sldLayoutId id="2147484837" r:id="rId14"/>
    <p:sldLayoutId id="2147484838" r:id="rId15"/>
    <p:sldLayoutId id="2147484923" r:id="rId16"/>
    <p:sldLayoutId id="2147484925" r:id="rId17"/>
    <p:sldLayoutId id="2147484839" r:id="rId18"/>
    <p:sldLayoutId id="2147484922" r:id="rId19"/>
    <p:sldLayoutId id="2147484783" r:id="rId20"/>
    <p:sldLayoutId id="2147484784" r:id="rId21"/>
    <p:sldLayoutId id="2147484787" r:id="rId22"/>
    <p:sldLayoutId id="2147484249" r:id="rId23"/>
    <p:sldLayoutId id="2147484671" r:id="rId24"/>
    <p:sldLayoutId id="2147484585" r:id="rId25"/>
    <p:sldLayoutId id="2147484924" r:id="rId26"/>
    <p:sldLayoutId id="2147484299" r:id="rId27"/>
  </p:sldLayoutIdLst>
  <p:transition>
    <p:fade/>
  </p:transition>
  <p:hf hdr="0" dt="0"/>
  <p:txStyles>
    <p:titleStyle>
      <a:lvl1pPr algn="l" defTabSz="932789" rtl="0" eaLnBrk="1" latinLnBrk="0" hangingPunct="1">
        <a:lnSpc>
          <a:spcPct val="100000"/>
        </a:lnSpc>
        <a:spcBef>
          <a:spcPct val="0"/>
        </a:spcBef>
        <a:buNone/>
        <a:defRPr lang="en-US" sz="2800" b="1" kern="1200" cap="none" spc="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228611" marR="0" indent="-228611" algn="l" defTabSz="932789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800" kern="1200" spc="0" baseline="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457223" marR="0" indent="-228611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58" marR="0" indent="-200035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2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3005" marR="0" indent="-180984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89" marR="0" indent="-168284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168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564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958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354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95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89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83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577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973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366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761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1156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8" userDrawn="1">
          <p15:clr>
            <a:srgbClr val="C35EA4"/>
          </p15:clr>
        </p15:guide>
        <p15:guide id="17" pos="7313" userDrawn="1">
          <p15:clr>
            <a:srgbClr val="C35EA4"/>
          </p15:clr>
        </p15:guide>
        <p15:guide id="25" orient="horz" pos="369" userDrawn="1">
          <p15:clr>
            <a:srgbClr val="C35EA4"/>
          </p15:clr>
        </p15:guide>
        <p15:guide id="26" orient="horz" pos="3949" userDrawn="1">
          <p15:clr>
            <a:srgbClr val="C35EA4"/>
          </p15:clr>
        </p15:guide>
        <p15:guide id="27" orient="horz" pos="184" userDrawn="1">
          <p15:clr>
            <a:srgbClr val="A4A3A4"/>
          </p15:clr>
        </p15:guide>
        <p15:guide id="28" pos="186" userDrawn="1">
          <p15:clr>
            <a:srgbClr val="A4A3A4"/>
          </p15:clr>
        </p15:guide>
        <p15:guide id="29" orient="horz" pos="4135" userDrawn="1">
          <p15:clr>
            <a:srgbClr val="A4A3A4"/>
          </p15:clr>
        </p15:guide>
        <p15:guide id="30" pos="7495" userDrawn="1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emf"/><Relationship Id="rId8" Type="http://schemas.openxmlformats.org/officeDocument/2006/relationships/image" Target="../media/image6.emf"/><Relationship Id="rId9" Type="http://schemas.openxmlformats.org/officeDocument/2006/relationships/image" Target="../media/image7.png"/><Relationship Id="rId10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E9E712C-8D01-093E-F260-B456F83385A5}"/>
              </a:ext>
            </a:extLst>
          </p:cNvPr>
          <p:cNvSpPr txBox="1">
            <a:spLocks/>
          </p:cNvSpPr>
          <p:nvPr/>
        </p:nvSpPr>
        <p:spPr>
          <a:xfrm>
            <a:off x="179805" y="1777776"/>
            <a:ext cx="3628478" cy="46007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sz="1100"/>
              <a:t>本作品基于 AMD PYNQ-Z2 (XC7Z020)，实现国家二级保护动物仙八色鸫的自动化声视协同监测。</a:t>
            </a:r>
          </a:p>
          <a:p>
            <a:r>
              <a:rPr sz="1100"/>
              <a:t/>
            </a:r>
          </a:p>
          <a:p>
            <a:r>
              <a:rPr sz="1100"/>
              <a:t>PL 侧 I2S 采集 INMP441 麦克风数据并集成 HLS GEMM 硬件加速核；PS 侧运行鸟鸣检测与 YOLOv8n 视觉检测，实现鸣声触发→视觉确认→自动录像闭环。</a:t>
            </a:r>
          </a:p>
          <a:p>
            <a:r>
              <a:rPr sz="1100"/>
              <a:t/>
            </a:r>
          </a:p>
          <a:p>
            <a:r>
              <a:rPr sz="1100"/>
              <a:t>关键技术点：</a:t>
            </a:r>
          </a:p>
          <a:p>
            <a:r>
              <a:rPr sz="1100"/>
              <a:t>1. 音频采集：PL 侧 I2S+AXI DMA，32kHz 实时流，不占 ARM CPU</a:t>
            </a:r>
          </a:p>
          <a:p>
            <a:r>
              <a:rPr sz="1100"/>
              <a:t>2. 硬件加速：Vitis HLS 定点 GEMM 核，纯核 4.64x 加速验证</a:t>
            </a:r>
          </a:p>
          <a:p>
            <a:r>
              <a:rPr sz="1100"/>
              <a:t>3. 声视协同：鸟鸣触发图像识别，减少空转与冗余录像</a:t>
            </a:r>
          </a:p>
          <a:p>
            <a:r>
              <a:rPr sz="1100"/>
              <a:t>4. 存在性录像：目标消失后延迟结束，存储效率提升 5-10 倍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C995DB8-75D8-49DC-0386-88FDA7519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397" y="1083754"/>
            <a:ext cx="2795337" cy="414731"/>
          </a:xfrm>
          <a:solidFill>
            <a:srgbClr val="2F2F2F"/>
          </a:solidFill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  <a:spcBef>
                <a:spcPts val="1200"/>
              </a:spcBef>
            </a:pPr>
            <a:r>
              <a:rPr lang="en-US" sz="1800" b="1" dirty="0">
                <a:solidFill>
                  <a:schemeClr val="bg1"/>
                </a:solidFill>
                <a:latin typeface="Aharoni" panose="020F0502020204030204" pitchFamily="34" charset="0"/>
                <a:cs typeface="Aharoni" panose="020F0502020204030204" pitchFamily="34" charset="0"/>
              </a:rPr>
              <a:t>项目简介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5E59B8-9F4D-053C-0F8B-5ED9412D6AB0}"/>
              </a:ext>
            </a:extLst>
          </p:cNvPr>
          <p:cNvSpPr txBox="1"/>
          <p:nvPr/>
        </p:nvSpPr>
        <p:spPr>
          <a:xfrm>
            <a:off x="214707" y="395735"/>
            <a:ext cx="49692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2400" b="1"/>
              <a:t>仙八色鸫鸣声与图像协同监测系统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F4287D67-CCD3-19BE-8AF4-A871E54A8F95}"/>
              </a:ext>
            </a:extLst>
          </p:cNvPr>
          <p:cNvSpPr txBox="1"/>
          <p:nvPr/>
        </p:nvSpPr>
        <p:spPr>
          <a:xfrm>
            <a:off x="7733160" y="2090674"/>
            <a:ext cx="411468" cy="3188991"/>
          </a:xfrm>
          <a:prstGeom prst="rect">
            <a:avLst/>
          </a:prstGeom>
          <a:solidFill>
            <a:srgbClr val="2F2F2F"/>
          </a:solidFill>
        </p:spPr>
        <p:txBody>
          <a:bodyPr vert="wordArtVert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j-ea"/>
              <a:cs typeface="+mj-cs"/>
            </a:endParaRPr>
          </a:p>
        </p:txBody>
      </p:sp>
      <p:sp>
        <p:nvSpPr>
          <p:cNvPr id="11" name="文本框 4">
            <a:extLst>
              <a:ext uri="{FF2B5EF4-FFF2-40B4-BE49-F238E27FC236}">
                <a16:creationId xmlns:a16="http://schemas.microsoft.com/office/drawing/2014/main" id="{5904B75F-4BA2-630F-7BBB-DFE21DB6713C}"/>
              </a:ext>
            </a:extLst>
          </p:cNvPr>
          <p:cNvSpPr txBox="1"/>
          <p:nvPr/>
        </p:nvSpPr>
        <p:spPr>
          <a:xfrm>
            <a:off x="974840" y="3302281"/>
            <a:ext cx="1882140" cy="2444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应用场景：林地野外监测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959FA9-7E35-379E-77F4-1F6BBF5DF8D9}"/>
              </a:ext>
            </a:extLst>
          </p:cNvPr>
          <p:cNvCxnSpPr>
            <a:cxnSpLocks/>
          </p:cNvCxnSpPr>
          <p:nvPr/>
        </p:nvCxnSpPr>
        <p:spPr>
          <a:xfrm>
            <a:off x="5986823" y="174738"/>
            <a:ext cx="2322305" cy="174328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3CCBA0-FAB3-2B8C-FF7C-6D01676E605B}"/>
              </a:ext>
            </a:extLst>
          </p:cNvPr>
          <p:cNvCxnSpPr>
            <a:cxnSpLocks/>
          </p:cNvCxnSpPr>
          <p:nvPr/>
        </p:nvCxnSpPr>
        <p:spPr>
          <a:xfrm flipV="1">
            <a:off x="8309128" y="1906544"/>
            <a:ext cx="3703067" cy="1074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1E00891-515C-956C-17FC-86789D545647}"/>
              </a:ext>
            </a:extLst>
          </p:cNvPr>
          <p:cNvCxnSpPr>
            <a:cxnSpLocks/>
          </p:cNvCxnSpPr>
          <p:nvPr/>
        </p:nvCxnSpPr>
        <p:spPr>
          <a:xfrm>
            <a:off x="8309128" y="1918018"/>
            <a:ext cx="0" cy="4729429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1A8BB8A-757B-80CF-815C-9D38C446C382}"/>
              </a:ext>
            </a:extLst>
          </p:cNvPr>
          <p:cNvSpPr txBox="1"/>
          <p:nvPr/>
        </p:nvSpPr>
        <p:spPr>
          <a:xfrm>
            <a:off x="7811791" y="393657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E20DEE-473C-F0A0-702A-0AA174A7D64D}"/>
              </a:ext>
            </a:extLst>
          </p:cNvPr>
          <p:cNvSpPr txBox="1"/>
          <p:nvPr/>
        </p:nvSpPr>
        <p:spPr>
          <a:xfrm>
            <a:off x="7811791" y="413140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EFB17D-6681-9646-6AEB-AA8BC90223D4}"/>
              </a:ext>
            </a:extLst>
          </p:cNvPr>
          <p:cNvSpPr txBox="1"/>
          <p:nvPr/>
        </p:nvSpPr>
        <p:spPr>
          <a:xfrm>
            <a:off x="7811791" y="4333639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B5677F-74CC-855B-F5BA-35FD8189A5E7}"/>
              </a:ext>
            </a:extLst>
          </p:cNvPr>
          <p:cNvSpPr txBox="1"/>
          <p:nvPr/>
        </p:nvSpPr>
        <p:spPr>
          <a:xfrm>
            <a:off x="7811791" y="4528458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I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9E8C42-C5C5-45B5-77EE-81DC6B96AD47}"/>
              </a:ext>
            </a:extLst>
          </p:cNvPr>
          <p:cNvSpPr txBox="1"/>
          <p:nvPr/>
        </p:nvSpPr>
        <p:spPr>
          <a:xfrm>
            <a:off x="7811791" y="4714497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5931B6-43C9-EB12-E37A-11550192C790}"/>
              </a:ext>
            </a:extLst>
          </p:cNvPr>
          <p:cNvSpPr txBox="1"/>
          <p:nvPr/>
        </p:nvSpPr>
        <p:spPr>
          <a:xfrm>
            <a:off x="7811791" y="491033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9E6047-C2CF-4021-B327-3FBE9E7237E2}"/>
              </a:ext>
            </a:extLst>
          </p:cNvPr>
          <p:cNvSpPr txBox="1"/>
          <p:nvPr/>
        </p:nvSpPr>
        <p:spPr>
          <a:xfrm>
            <a:off x="7796923" y="2081612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0AE34A-7A36-83DC-8ED6-25A3D5CD40C7}"/>
              </a:ext>
            </a:extLst>
          </p:cNvPr>
          <p:cNvSpPr txBox="1"/>
          <p:nvPr/>
        </p:nvSpPr>
        <p:spPr>
          <a:xfrm>
            <a:off x="7811791" y="227643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5C4FA3-129B-F950-2BCA-DCE18597BC89}"/>
              </a:ext>
            </a:extLst>
          </p:cNvPr>
          <p:cNvSpPr txBox="1"/>
          <p:nvPr/>
        </p:nvSpPr>
        <p:spPr>
          <a:xfrm>
            <a:off x="7811791" y="2478675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B5DE821-D947-FE25-E23C-03CDF7C04F18}"/>
              </a:ext>
            </a:extLst>
          </p:cNvPr>
          <p:cNvSpPr txBox="1"/>
          <p:nvPr/>
        </p:nvSpPr>
        <p:spPr>
          <a:xfrm>
            <a:off x="7811791" y="267349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966AF8-61F6-A290-A297-72FBA829E9F9}"/>
              </a:ext>
            </a:extLst>
          </p:cNvPr>
          <p:cNvSpPr txBox="1"/>
          <p:nvPr/>
        </p:nvSpPr>
        <p:spPr>
          <a:xfrm>
            <a:off x="7811791" y="285953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DDDAD4C-6371-60F0-D31B-49E106648ED6}"/>
              </a:ext>
            </a:extLst>
          </p:cNvPr>
          <p:cNvSpPr txBox="1"/>
          <p:nvPr/>
        </p:nvSpPr>
        <p:spPr>
          <a:xfrm>
            <a:off x="7811791" y="3055369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I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7559CAE-AB28-7853-E93A-F04FB1CC8255}"/>
              </a:ext>
            </a:extLst>
          </p:cNvPr>
          <p:cNvSpPr txBox="1"/>
          <p:nvPr/>
        </p:nvSpPr>
        <p:spPr>
          <a:xfrm>
            <a:off x="7811791" y="323985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V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65AD82-5B0D-F511-CED0-2F391E146EBF}"/>
              </a:ext>
            </a:extLst>
          </p:cNvPr>
          <p:cNvSpPr txBox="1"/>
          <p:nvPr/>
        </p:nvSpPr>
        <p:spPr>
          <a:xfrm>
            <a:off x="7811791" y="344075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861224-2DEF-8496-CEB1-1EEE08DC3753}"/>
              </a:ext>
            </a:extLst>
          </p:cNvPr>
          <p:cNvSpPr txBox="1"/>
          <p:nvPr/>
        </p:nvSpPr>
        <p:spPr>
          <a:xfrm>
            <a:off x="6499018" y="236828"/>
            <a:ext cx="2423195" cy="275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队员：XXX, XXX, XXX</a:t>
            </a:r>
            <a:endParaRPr kumimoji="0" lang="en-US" altLang="zh-CN" sz="1200" b="1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0" name="文本框 4">
            <a:extLst>
              <a:ext uri="{FF2B5EF4-FFF2-40B4-BE49-F238E27FC236}">
                <a16:creationId xmlns:a16="http://schemas.microsoft.com/office/drawing/2014/main" id="{3AD9C1E2-56A2-91FD-2214-C3508F5F5345}"/>
              </a:ext>
            </a:extLst>
          </p:cNvPr>
          <p:cNvSpPr txBox="1"/>
          <p:nvPr/>
        </p:nvSpPr>
        <p:spPr>
          <a:xfrm>
            <a:off x="10035854" y="1607120"/>
            <a:ext cx="2238705" cy="2208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0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板端实测：AMD PYNQ-Z2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B2BC273-1ABD-8CAB-E5D8-4D352647280A}"/>
              </a:ext>
            </a:extLst>
          </p:cNvPr>
          <p:cNvSpPr txBox="1"/>
          <p:nvPr/>
        </p:nvSpPr>
        <p:spPr>
          <a:xfrm>
            <a:off x="6931915" y="438594"/>
            <a:ext cx="3800475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200" b="1"/>
              <a:t>武汉大学</a:t>
            </a:r>
          </a:p>
          <a:p>
            <a:r>
              <a:rPr sz="1200"/>
              <a:t>电子信息学院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AE3CBA43-B054-3929-F3E6-E92043E5955C}"/>
              </a:ext>
            </a:extLst>
          </p:cNvPr>
          <p:cNvSpPr txBox="1"/>
          <p:nvPr/>
        </p:nvSpPr>
        <p:spPr>
          <a:xfrm>
            <a:off x="8507018" y="2052136"/>
            <a:ext cx="377933" cy="1678530"/>
          </a:xfrm>
          <a:prstGeom prst="rect">
            <a:avLst/>
          </a:prstGeom>
          <a:solidFill>
            <a:srgbClr val="2F2F2F"/>
          </a:solidFill>
        </p:spPr>
        <p:txBody>
          <a:bodyPr vert="wordArtVert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j-ea"/>
              <a:cs typeface="+mj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6DB4547-F8A8-AC99-BDDA-3BD88EEEFCBA}"/>
              </a:ext>
            </a:extLst>
          </p:cNvPr>
          <p:cNvSpPr txBox="1"/>
          <p:nvPr/>
        </p:nvSpPr>
        <p:spPr>
          <a:xfrm>
            <a:off x="8555488" y="220050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5818903-E8A5-070B-B626-2835FFF26BE2}"/>
              </a:ext>
            </a:extLst>
          </p:cNvPr>
          <p:cNvSpPr txBox="1"/>
          <p:nvPr/>
        </p:nvSpPr>
        <p:spPr>
          <a:xfrm>
            <a:off x="8555488" y="238957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2061FB-4930-B9C6-D201-30FE131249F9}"/>
              </a:ext>
            </a:extLst>
          </p:cNvPr>
          <p:cNvSpPr txBox="1"/>
          <p:nvPr/>
        </p:nvSpPr>
        <p:spPr>
          <a:xfrm>
            <a:off x="8555488" y="259241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1C644A4-F195-B057-8FDB-67F8C1451B3B}"/>
              </a:ext>
            </a:extLst>
          </p:cNvPr>
          <p:cNvSpPr txBox="1"/>
          <p:nvPr/>
        </p:nvSpPr>
        <p:spPr>
          <a:xfrm>
            <a:off x="8555488" y="281074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U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1D43C-2CF0-2C54-2E0B-69ABAC43B76A}"/>
              </a:ext>
            </a:extLst>
          </p:cNvPr>
          <p:cNvSpPr txBox="1"/>
          <p:nvPr/>
        </p:nvSpPr>
        <p:spPr>
          <a:xfrm>
            <a:off x="8555488" y="3017161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L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B0892E4-2FC6-FFFD-DF5B-D316B8D651FB}"/>
              </a:ext>
            </a:extLst>
          </p:cNvPr>
          <p:cNvSpPr txBox="1"/>
          <p:nvPr/>
        </p:nvSpPr>
        <p:spPr>
          <a:xfrm>
            <a:off x="8555488" y="321837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T</a:t>
            </a:r>
          </a:p>
        </p:txBody>
      </p:sp>
      <p:pic>
        <p:nvPicPr>
          <p:cNvPr id="39" name="Picture 38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26B71EE-FA39-6F56-7769-2C9328852E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9872" y="996093"/>
            <a:ext cx="1764303" cy="992420"/>
          </a:xfrm>
          <a:prstGeom prst="rect">
            <a:avLst/>
          </a:prstGeom>
        </p:spPr>
      </p:pic>
      <p:pic>
        <p:nvPicPr>
          <p:cNvPr id="40" name="Picture 11">
            <a:extLst>
              <a:ext uri="{FF2B5EF4-FFF2-40B4-BE49-F238E27FC236}">
                <a16:creationId xmlns:a16="http://schemas.microsoft.com/office/drawing/2014/main" id="{E0DB31F2-788A-25AC-03C5-494E517C5C76}"/>
              </a:ext>
            </a:extLst>
          </p:cNvPr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900"/>
          <a:stretch>
            <a:fillRect/>
          </a:stretch>
        </p:blipFill>
        <p:spPr bwMode="auto">
          <a:xfrm>
            <a:off x="9272973" y="163913"/>
            <a:ext cx="728636" cy="721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文本框 3">
            <a:extLst>
              <a:ext uri="{FF2B5EF4-FFF2-40B4-BE49-F238E27FC236}">
                <a16:creationId xmlns:a16="http://schemas.microsoft.com/office/drawing/2014/main" id="{7208B36C-4D3C-053B-772C-E9455269F56C}"/>
              </a:ext>
            </a:extLst>
          </p:cNvPr>
          <p:cNvSpPr txBox="1"/>
          <p:nvPr/>
        </p:nvSpPr>
        <p:spPr>
          <a:xfrm>
            <a:off x="8597595" y="3930816"/>
            <a:ext cx="3557270" cy="21424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100"/>
              <a:t>实测性能：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charset="0"/>
              <a:ea typeface="等线" panose="02010600030101010101" pitchFamily="2" charset="-122"/>
              <a:cs typeface="Calibri" panose="020F0502020204030204" charset="0"/>
            </a:endParaRPr>
          </a:p>
          <a:p>
            <a:r>
              <a:rPr sz="1100"/>
              <a:t>音频事件级召回 97.4%（155 事件）</a:t>
            </a:r>
          </a:p>
          <a:p>
            <a:r>
              <a:rPr sz="1100"/>
              <a:t>图像独立测试召回 96.2%（266 图）</a:t>
            </a:r>
          </a:p>
          <a:p>
            <a:r>
              <a:rPr sz="1100"/>
              <a:t>端到端触发延迟约 10.5s</a:t>
            </a:r>
          </a:p>
          <a:p>
            <a:r>
              <a:rPr sz="1100"/>
              <a:t>GEMM 纯核加速 4.64x</a:t>
            </a:r>
          </a:p>
          <a:p>
            <a:r>
              <a:rPr sz="1100"/>
              <a:t>音频 overlay LUT 仅占 3.15%</a:t>
            </a:r>
          </a:p>
        </p:txBody>
      </p:sp>
      <p:sp>
        <p:nvSpPr>
          <p:cNvPr id="43" name="文本框 4">
            <a:extLst>
              <a:ext uri="{FF2B5EF4-FFF2-40B4-BE49-F238E27FC236}">
                <a16:creationId xmlns:a16="http://schemas.microsoft.com/office/drawing/2014/main" id="{4A6543FB-76FB-98AB-DC33-FF3B281FDA78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4383482" y="3544112"/>
            <a:ext cx="2695575" cy="2444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系统架构</a:t>
            </a:r>
          </a:p>
        </p:txBody>
      </p:sp>
      <p:sp>
        <p:nvSpPr>
          <p:cNvPr id="45" name="矩形: 圆角 10">
            <a:extLst>
              <a:ext uri="{FF2B5EF4-FFF2-40B4-BE49-F238E27FC236}">
                <a16:creationId xmlns:a16="http://schemas.microsoft.com/office/drawing/2014/main" id="{327836DC-3A96-DA15-2961-FB01BDF5D0E3}"/>
              </a:ext>
            </a:extLst>
          </p:cNvPr>
          <p:cNvSpPr/>
          <p:nvPr/>
        </p:nvSpPr>
        <p:spPr>
          <a:xfrm>
            <a:off x="4209513" y="5567296"/>
            <a:ext cx="3288217" cy="101202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100"/>
              <a:t>音频采集与检测模块：</a:t>
            </a:r>
          </a:p>
          <a:p>
            <a:r>
              <a:rPr sz="1100"/>
              <a:t>1. INMP441 I2S 数字麦克风采集；</a:t>
            </a:r>
          </a:p>
          <a:p>
            <a:r>
              <a:rPr sz="1100"/>
              <a:t>2. STFT/Mel + 3 层 CNN 鸟鸣检测；</a:t>
            </a:r>
          </a:p>
          <a:p>
            <a:r>
              <a:rPr sz="1100"/>
              <a:t>3. 阈值 0.985 触发视觉端；</a:t>
            </a:r>
          </a:p>
        </p:txBody>
      </p:sp>
      <p:sp>
        <p:nvSpPr>
          <p:cNvPr id="46" name="矩形: 圆角 11">
            <a:extLst>
              <a:ext uri="{FF2B5EF4-FFF2-40B4-BE49-F238E27FC236}">
                <a16:creationId xmlns:a16="http://schemas.microsoft.com/office/drawing/2014/main" id="{61FD3942-1022-ECAF-EB47-79785283BAF6}"/>
              </a:ext>
            </a:extLst>
          </p:cNvPr>
          <p:cNvSpPr/>
          <p:nvPr/>
        </p:nvSpPr>
        <p:spPr>
          <a:xfrm>
            <a:off x="4223004" y="3859322"/>
            <a:ext cx="3274725" cy="156650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100"/>
              <a:t>实测性能：</a:t>
            </a:r>
          </a:p>
          <a:p>
            <a:r>
              <a:rPr sz="1100"/>
              <a:t>音频事件级召回 97.4%（155 事件）</a:t>
            </a:r>
          </a:p>
          <a:p>
            <a:r>
              <a:rPr sz="1100"/>
              <a:t>图像独立测试召回 96.2%（266 图）</a:t>
            </a:r>
          </a:p>
          <a:p>
            <a:r>
              <a:rPr sz="1100"/>
              <a:t>端到端触发延迟约 10.5s</a:t>
            </a:r>
          </a:p>
          <a:p>
            <a:r>
              <a:rPr sz="1100"/>
              <a:t>GEMM 纯核加速 4.64x</a:t>
            </a:r>
          </a:p>
          <a:p>
            <a:r>
              <a:rPr sz="1100"/>
              <a:t>音频 overlay LUT 仅占 3.15%</a:t>
            </a:r>
          </a:p>
        </p:txBody>
      </p:sp>
      <p:pic>
        <p:nvPicPr>
          <p:cNvPr id="47" name="图片 5">
            <a:extLst>
              <a:ext uri="{FF2B5EF4-FFF2-40B4-BE49-F238E27FC236}">
                <a16:creationId xmlns:a16="http://schemas.microsoft.com/office/drawing/2014/main" id="{D7C57C0F-3647-E9E2-087F-D1E8B377119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52369" y="37197"/>
            <a:ext cx="1604915" cy="1402913"/>
          </a:xfrm>
          <a:prstGeom prst="rect">
            <a:avLst/>
          </a:prstGeom>
        </p:spPr>
      </p:pic>
      <p:pic>
        <p:nvPicPr>
          <p:cNvPr id="48" name="Picture 47" descr="our_bi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7290" y="2451206"/>
            <a:ext cx="3317240" cy="761365"/>
          </a:xfrm>
          <a:prstGeom prst="rect">
            <a:avLst/>
          </a:prstGeom>
        </p:spPr>
      </p:pic>
      <p:pic>
        <p:nvPicPr>
          <p:cNvPr id="49" name="Picture 48" descr="our_arch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56092" y="1164767"/>
            <a:ext cx="3064081" cy="2194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06974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E9E712C-8D01-093E-F260-B456F83385A5}"/>
              </a:ext>
            </a:extLst>
          </p:cNvPr>
          <p:cNvSpPr txBox="1">
            <a:spLocks/>
          </p:cNvSpPr>
          <p:nvPr/>
        </p:nvSpPr>
        <p:spPr>
          <a:xfrm>
            <a:off x="179805" y="1777776"/>
            <a:ext cx="3628478" cy="46007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sz="1100"/>
              <a:t>This project implements automated acoustic-visual monitoring for the Fairy Pitta on AMD PYNQ-Z2.</a:t>
            </a:r>
          </a:p>
          <a:p>
            <a:r>
              <a:rPr sz="1100"/>
              <a:t/>
            </a:r>
          </a:p>
          <a:p>
            <a:r>
              <a:rPr sz="1100"/>
              <a:t>PL-side I2S acquires mic data with HLS GEMM; PS runs bird call detection and YOLOv8n, achieving call-trigger-visual-confirm-auto-record loop.</a:t>
            </a:r>
          </a:p>
          <a:p>
            <a:r>
              <a:rPr sz="1100"/>
              <a:t/>
            </a:r>
          </a:p>
          <a:p>
            <a:r>
              <a:rPr sz="1100"/>
              <a:t>Key features:</a:t>
            </a:r>
          </a:p>
          <a:p>
            <a:r>
              <a:rPr sz="1100"/>
              <a:t>1. Audio: PL I2S+AXI DMA, 32kHz stream, zero CPU</a:t>
            </a:r>
          </a:p>
          <a:p>
            <a:r>
              <a:rPr sz="1100"/>
              <a:t>2. Hardware: Vitis HLS GEMM, 4.64x core speedup</a:t>
            </a:r>
          </a:p>
          <a:p>
            <a:r>
              <a:rPr sz="1100"/>
              <a:t>3. Fusion: call triggers camera, reduces idle inference</a:t>
            </a:r>
          </a:p>
          <a:p>
            <a:r>
              <a:rPr sz="1100"/>
              <a:t>4. Recording: 5-10x storage efficiency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C995DB8-75D8-49DC-0386-88FDA7519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397" y="1083754"/>
            <a:ext cx="2795337" cy="414731"/>
          </a:xfrm>
          <a:solidFill>
            <a:srgbClr val="2F2F2F"/>
          </a:solidFill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  <a:spcBef>
                <a:spcPts val="1200"/>
              </a:spcBef>
            </a:pPr>
            <a:r>
              <a:rPr lang="en-US" sz="1800" b="1" dirty="0">
                <a:solidFill>
                  <a:schemeClr val="bg1"/>
                </a:solidFill>
                <a:latin typeface="Aharoni" panose="020F0502020204030204" pitchFamily="34" charset="0"/>
                <a:cs typeface="Aharoni" panose="020F0502020204030204" pitchFamily="34" charset="0"/>
              </a:rPr>
              <a:t>INTRODUCTION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5E59B8-9F4D-053C-0F8B-5ED9412D6AB0}"/>
              </a:ext>
            </a:extLst>
          </p:cNvPr>
          <p:cNvSpPr txBox="1"/>
          <p:nvPr/>
        </p:nvSpPr>
        <p:spPr>
          <a:xfrm>
            <a:off x="214707" y="395735"/>
            <a:ext cx="49692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2400" b="1"/>
              <a:t>Acoustic-Visual Monitoring for Fairy Pitta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F4287D67-CCD3-19BE-8AF4-A871E54A8F95}"/>
              </a:ext>
            </a:extLst>
          </p:cNvPr>
          <p:cNvSpPr txBox="1"/>
          <p:nvPr/>
        </p:nvSpPr>
        <p:spPr>
          <a:xfrm>
            <a:off x="7733160" y="2090674"/>
            <a:ext cx="411468" cy="3188991"/>
          </a:xfrm>
          <a:prstGeom prst="rect">
            <a:avLst/>
          </a:prstGeom>
          <a:solidFill>
            <a:srgbClr val="2F2F2F"/>
          </a:solidFill>
        </p:spPr>
        <p:txBody>
          <a:bodyPr vert="wordArtVert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j-ea"/>
              <a:cs typeface="+mj-cs"/>
            </a:endParaRPr>
          </a:p>
        </p:txBody>
      </p:sp>
      <p:sp>
        <p:nvSpPr>
          <p:cNvPr id="11" name="文本框 4">
            <a:extLst>
              <a:ext uri="{FF2B5EF4-FFF2-40B4-BE49-F238E27FC236}">
                <a16:creationId xmlns:a16="http://schemas.microsoft.com/office/drawing/2014/main" id="{5904B75F-4BA2-630F-7BBB-DFE21DB6713C}"/>
              </a:ext>
            </a:extLst>
          </p:cNvPr>
          <p:cNvSpPr txBox="1"/>
          <p:nvPr/>
        </p:nvSpPr>
        <p:spPr>
          <a:xfrm>
            <a:off x="974840" y="3302281"/>
            <a:ext cx="1882140" cy="2444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Application: forest field monitoring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959FA9-7E35-379E-77F4-1F6BBF5DF8D9}"/>
              </a:ext>
            </a:extLst>
          </p:cNvPr>
          <p:cNvCxnSpPr>
            <a:cxnSpLocks/>
          </p:cNvCxnSpPr>
          <p:nvPr/>
        </p:nvCxnSpPr>
        <p:spPr>
          <a:xfrm>
            <a:off x="5986823" y="174738"/>
            <a:ext cx="2322305" cy="174328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3CCBA0-FAB3-2B8C-FF7C-6D01676E605B}"/>
              </a:ext>
            </a:extLst>
          </p:cNvPr>
          <p:cNvCxnSpPr>
            <a:cxnSpLocks/>
          </p:cNvCxnSpPr>
          <p:nvPr/>
        </p:nvCxnSpPr>
        <p:spPr>
          <a:xfrm flipV="1">
            <a:off x="8309128" y="1906544"/>
            <a:ext cx="3703067" cy="1074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1E00891-515C-956C-17FC-86789D545647}"/>
              </a:ext>
            </a:extLst>
          </p:cNvPr>
          <p:cNvCxnSpPr>
            <a:cxnSpLocks/>
          </p:cNvCxnSpPr>
          <p:nvPr/>
        </p:nvCxnSpPr>
        <p:spPr>
          <a:xfrm>
            <a:off x="8309128" y="1918018"/>
            <a:ext cx="0" cy="4729429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1A8BB8A-757B-80CF-815C-9D38C446C382}"/>
              </a:ext>
            </a:extLst>
          </p:cNvPr>
          <p:cNvSpPr txBox="1"/>
          <p:nvPr/>
        </p:nvSpPr>
        <p:spPr>
          <a:xfrm>
            <a:off x="7811791" y="393657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E20DEE-473C-F0A0-702A-0AA174A7D64D}"/>
              </a:ext>
            </a:extLst>
          </p:cNvPr>
          <p:cNvSpPr txBox="1"/>
          <p:nvPr/>
        </p:nvSpPr>
        <p:spPr>
          <a:xfrm>
            <a:off x="7811791" y="413140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EFB17D-6681-9646-6AEB-AA8BC90223D4}"/>
              </a:ext>
            </a:extLst>
          </p:cNvPr>
          <p:cNvSpPr txBox="1"/>
          <p:nvPr/>
        </p:nvSpPr>
        <p:spPr>
          <a:xfrm>
            <a:off x="7811791" y="4333639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B5677F-74CC-855B-F5BA-35FD8189A5E7}"/>
              </a:ext>
            </a:extLst>
          </p:cNvPr>
          <p:cNvSpPr txBox="1"/>
          <p:nvPr/>
        </p:nvSpPr>
        <p:spPr>
          <a:xfrm>
            <a:off x="7811791" y="4528458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I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9E8C42-C5C5-45B5-77EE-81DC6B96AD47}"/>
              </a:ext>
            </a:extLst>
          </p:cNvPr>
          <p:cNvSpPr txBox="1"/>
          <p:nvPr/>
        </p:nvSpPr>
        <p:spPr>
          <a:xfrm>
            <a:off x="7811791" y="4714497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5931B6-43C9-EB12-E37A-11550192C790}"/>
              </a:ext>
            </a:extLst>
          </p:cNvPr>
          <p:cNvSpPr txBox="1"/>
          <p:nvPr/>
        </p:nvSpPr>
        <p:spPr>
          <a:xfrm>
            <a:off x="7811791" y="491033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9E6047-C2CF-4021-B327-3FBE9E7237E2}"/>
              </a:ext>
            </a:extLst>
          </p:cNvPr>
          <p:cNvSpPr txBox="1"/>
          <p:nvPr/>
        </p:nvSpPr>
        <p:spPr>
          <a:xfrm>
            <a:off x="7796923" y="2081612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0AE34A-7A36-83DC-8ED6-25A3D5CD40C7}"/>
              </a:ext>
            </a:extLst>
          </p:cNvPr>
          <p:cNvSpPr txBox="1"/>
          <p:nvPr/>
        </p:nvSpPr>
        <p:spPr>
          <a:xfrm>
            <a:off x="7811791" y="227643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5C4FA3-129B-F950-2BCA-DCE18597BC89}"/>
              </a:ext>
            </a:extLst>
          </p:cNvPr>
          <p:cNvSpPr txBox="1"/>
          <p:nvPr/>
        </p:nvSpPr>
        <p:spPr>
          <a:xfrm>
            <a:off x="7811791" y="2478675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B5DE821-D947-FE25-E23C-03CDF7C04F18}"/>
              </a:ext>
            </a:extLst>
          </p:cNvPr>
          <p:cNvSpPr txBox="1"/>
          <p:nvPr/>
        </p:nvSpPr>
        <p:spPr>
          <a:xfrm>
            <a:off x="7811791" y="267349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966AF8-61F6-A290-A297-72FBA829E9F9}"/>
              </a:ext>
            </a:extLst>
          </p:cNvPr>
          <p:cNvSpPr txBox="1"/>
          <p:nvPr/>
        </p:nvSpPr>
        <p:spPr>
          <a:xfrm>
            <a:off x="7811791" y="285953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DDDAD4C-6371-60F0-D31B-49E106648ED6}"/>
              </a:ext>
            </a:extLst>
          </p:cNvPr>
          <p:cNvSpPr txBox="1"/>
          <p:nvPr/>
        </p:nvSpPr>
        <p:spPr>
          <a:xfrm>
            <a:off x="7811791" y="3055369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I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7559CAE-AB28-7853-E93A-F04FB1CC8255}"/>
              </a:ext>
            </a:extLst>
          </p:cNvPr>
          <p:cNvSpPr txBox="1"/>
          <p:nvPr/>
        </p:nvSpPr>
        <p:spPr>
          <a:xfrm>
            <a:off x="7811791" y="323985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V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65AD82-5B0D-F511-CED0-2F391E146EBF}"/>
              </a:ext>
            </a:extLst>
          </p:cNvPr>
          <p:cNvSpPr txBox="1"/>
          <p:nvPr/>
        </p:nvSpPr>
        <p:spPr>
          <a:xfrm>
            <a:off x="7811791" y="344075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861224-2DEF-8496-CEB1-1EEE08DC3753}"/>
              </a:ext>
            </a:extLst>
          </p:cNvPr>
          <p:cNvSpPr txBox="1"/>
          <p:nvPr/>
        </p:nvSpPr>
        <p:spPr>
          <a:xfrm>
            <a:off x="6499018" y="236828"/>
            <a:ext cx="2423195" cy="275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Team: XXX, XXX, XXX</a:t>
            </a:r>
            <a:endParaRPr kumimoji="0" lang="en-US" altLang="zh-CN" sz="1200" b="1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0" name="文本框 4">
            <a:extLst>
              <a:ext uri="{FF2B5EF4-FFF2-40B4-BE49-F238E27FC236}">
                <a16:creationId xmlns:a16="http://schemas.microsoft.com/office/drawing/2014/main" id="{3AD9C1E2-56A2-91FD-2214-C3508F5F5345}"/>
              </a:ext>
            </a:extLst>
          </p:cNvPr>
          <p:cNvSpPr txBox="1"/>
          <p:nvPr/>
        </p:nvSpPr>
        <p:spPr>
          <a:xfrm>
            <a:off x="10035854" y="1607120"/>
            <a:ext cx="2238705" cy="2208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0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On-board: AMD PYNQ-Z2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B2BC273-1ABD-8CAB-E5D8-4D352647280A}"/>
              </a:ext>
            </a:extLst>
          </p:cNvPr>
          <p:cNvSpPr txBox="1"/>
          <p:nvPr/>
        </p:nvSpPr>
        <p:spPr>
          <a:xfrm>
            <a:off x="6931915" y="438594"/>
            <a:ext cx="3800475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200" b="1"/>
              <a:t>Wuhan University</a:t>
            </a:r>
          </a:p>
          <a:p>
            <a:r>
              <a:rPr sz="1200"/>
              <a:t>School of Electronic Engineering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AE3CBA43-B054-3929-F3E6-E92043E5955C}"/>
              </a:ext>
            </a:extLst>
          </p:cNvPr>
          <p:cNvSpPr txBox="1"/>
          <p:nvPr/>
        </p:nvSpPr>
        <p:spPr>
          <a:xfrm>
            <a:off x="8507018" y="2052136"/>
            <a:ext cx="377933" cy="1678530"/>
          </a:xfrm>
          <a:prstGeom prst="rect">
            <a:avLst/>
          </a:prstGeom>
          <a:solidFill>
            <a:srgbClr val="2F2F2F"/>
          </a:solidFill>
        </p:spPr>
        <p:txBody>
          <a:bodyPr vert="wordArtVert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j-ea"/>
              <a:cs typeface="+mj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6DB4547-F8A8-AC99-BDDA-3BD88EEEFCBA}"/>
              </a:ext>
            </a:extLst>
          </p:cNvPr>
          <p:cNvSpPr txBox="1"/>
          <p:nvPr/>
        </p:nvSpPr>
        <p:spPr>
          <a:xfrm>
            <a:off x="8555488" y="220050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5818903-E8A5-070B-B626-2835FFF26BE2}"/>
              </a:ext>
            </a:extLst>
          </p:cNvPr>
          <p:cNvSpPr txBox="1"/>
          <p:nvPr/>
        </p:nvSpPr>
        <p:spPr>
          <a:xfrm>
            <a:off x="8555488" y="238957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2061FB-4930-B9C6-D201-30FE131249F9}"/>
              </a:ext>
            </a:extLst>
          </p:cNvPr>
          <p:cNvSpPr txBox="1"/>
          <p:nvPr/>
        </p:nvSpPr>
        <p:spPr>
          <a:xfrm>
            <a:off x="8555488" y="259241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1C644A4-F195-B057-8FDB-67F8C1451B3B}"/>
              </a:ext>
            </a:extLst>
          </p:cNvPr>
          <p:cNvSpPr txBox="1"/>
          <p:nvPr/>
        </p:nvSpPr>
        <p:spPr>
          <a:xfrm>
            <a:off x="8555488" y="281074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U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1D43C-2CF0-2C54-2E0B-69ABAC43B76A}"/>
              </a:ext>
            </a:extLst>
          </p:cNvPr>
          <p:cNvSpPr txBox="1"/>
          <p:nvPr/>
        </p:nvSpPr>
        <p:spPr>
          <a:xfrm>
            <a:off x="8555488" y="3017161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L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B0892E4-2FC6-FFFD-DF5B-D316B8D651FB}"/>
              </a:ext>
            </a:extLst>
          </p:cNvPr>
          <p:cNvSpPr txBox="1"/>
          <p:nvPr/>
        </p:nvSpPr>
        <p:spPr>
          <a:xfrm>
            <a:off x="8555488" y="321837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T</a:t>
            </a:r>
          </a:p>
        </p:txBody>
      </p:sp>
      <p:pic>
        <p:nvPicPr>
          <p:cNvPr id="39" name="Picture 38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26B71EE-FA39-6F56-7769-2C9328852E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9872" y="996093"/>
            <a:ext cx="1764303" cy="992420"/>
          </a:xfrm>
          <a:prstGeom prst="rect">
            <a:avLst/>
          </a:prstGeom>
        </p:spPr>
      </p:pic>
      <p:pic>
        <p:nvPicPr>
          <p:cNvPr id="40" name="Picture 11">
            <a:extLst>
              <a:ext uri="{FF2B5EF4-FFF2-40B4-BE49-F238E27FC236}">
                <a16:creationId xmlns:a16="http://schemas.microsoft.com/office/drawing/2014/main" id="{E0DB31F2-788A-25AC-03C5-494E517C5C76}"/>
              </a:ext>
            </a:extLst>
          </p:cNvPr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900"/>
          <a:stretch>
            <a:fillRect/>
          </a:stretch>
        </p:blipFill>
        <p:spPr bwMode="auto">
          <a:xfrm>
            <a:off x="9272973" y="163913"/>
            <a:ext cx="728636" cy="721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文本框 3">
            <a:extLst>
              <a:ext uri="{FF2B5EF4-FFF2-40B4-BE49-F238E27FC236}">
                <a16:creationId xmlns:a16="http://schemas.microsoft.com/office/drawing/2014/main" id="{7208B36C-4D3C-053B-772C-E9455269F56C}"/>
              </a:ext>
            </a:extLst>
          </p:cNvPr>
          <p:cNvSpPr txBox="1"/>
          <p:nvPr/>
        </p:nvSpPr>
        <p:spPr>
          <a:xfrm>
            <a:off x="8597595" y="3930816"/>
            <a:ext cx="3557270" cy="21424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100"/>
              <a:t>Performance: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charset="0"/>
              <a:ea typeface="等线" panose="02010600030101010101" pitchFamily="2" charset="-122"/>
              <a:cs typeface="Calibri" panose="020F0502020204030204" charset="0"/>
            </a:endParaRPr>
          </a:p>
          <a:p>
            <a:r>
              <a:rPr sz="1100"/>
              <a:t>Audio event recall: 97.4% (155 events)</a:t>
            </a:r>
          </a:p>
          <a:p>
            <a:r>
              <a:rPr sz="1100"/>
              <a:t>Image recall: 96.2% (266 independent images)</a:t>
            </a:r>
          </a:p>
          <a:p>
            <a:r>
              <a:rPr sz="1100"/>
              <a:t>End-to-end latency: ~10.5s</a:t>
            </a:r>
          </a:p>
          <a:p>
            <a:r>
              <a:rPr sz="1100"/>
              <a:t>GEMM core speedup: 4.64x</a:t>
            </a:r>
          </a:p>
          <a:p>
            <a:r>
              <a:rPr sz="1100"/>
              <a:t>Audio overlay LUT: only 3.15%</a:t>
            </a:r>
          </a:p>
        </p:txBody>
      </p:sp>
      <p:sp>
        <p:nvSpPr>
          <p:cNvPr id="43" name="文本框 4">
            <a:extLst>
              <a:ext uri="{FF2B5EF4-FFF2-40B4-BE49-F238E27FC236}">
                <a16:creationId xmlns:a16="http://schemas.microsoft.com/office/drawing/2014/main" id="{4A6543FB-76FB-98AB-DC33-FF3B281FDA78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4383482" y="3544112"/>
            <a:ext cx="2695575" cy="2444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System Architecture</a:t>
            </a:r>
          </a:p>
        </p:txBody>
      </p:sp>
      <p:sp>
        <p:nvSpPr>
          <p:cNvPr id="45" name="矩形: 圆角 10">
            <a:extLst>
              <a:ext uri="{FF2B5EF4-FFF2-40B4-BE49-F238E27FC236}">
                <a16:creationId xmlns:a16="http://schemas.microsoft.com/office/drawing/2014/main" id="{327836DC-3A96-DA15-2961-FB01BDF5D0E3}"/>
              </a:ext>
            </a:extLst>
          </p:cNvPr>
          <p:cNvSpPr/>
          <p:nvPr/>
        </p:nvSpPr>
        <p:spPr>
          <a:xfrm>
            <a:off x="4209513" y="5567296"/>
            <a:ext cx="3288217" cy="101202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100"/>
              <a:t>Audio Acquisition &amp; Detection:</a:t>
            </a:r>
          </a:p>
          <a:p>
            <a:r>
              <a:rPr sz="1100"/>
              <a:t>1. INMP441 I2S MEMS microphone;</a:t>
            </a:r>
          </a:p>
          <a:p>
            <a:r>
              <a:rPr sz="1100"/>
              <a:t>2. STFT/Mel + 3-layer CNN detection;</a:t>
            </a:r>
          </a:p>
          <a:p>
            <a:r>
              <a:rPr sz="1100"/>
              <a:t>3. Trigger at score &gt;= 0.985;</a:t>
            </a:r>
          </a:p>
        </p:txBody>
      </p:sp>
      <p:sp>
        <p:nvSpPr>
          <p:cNvPr id="46" name="矩形: 圆角 11">
            <a:extLst>
              <a:ext uri="{FF2B5EF4-FFF2-40B4-BE49-F238E27FC236}">
                <a16:creationId xmlns:a16="http://schemas.microsoft.com/office/drawing/2014/main" id="{61FD3942-1022-ECAF-EB47-79785283BAF6}"/>
              </a:ext>
            </a:extLst>
          </p:cNvPr>
          <p:cNvSpPr/>
          <p:nvPr/>
        </p:nvSpPr>
        <p:spPr>
          <a:xfrm>
            <a:off x="4223004" y="3859322"/>
            <a:ext cx="3274725" cy="156650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100"/>
              <a:t>Performance:</a:t>
            </a:r>
          </a:p>
          <a:p>
            <a:r>
              <a:rPr sz="1100"/>
              <a:t>Audio event recall: 97.4% (155 events)</a:t>
            </a:r>
          </a:p>
          <a:p>
            <a:r>
              <a:rPr sz="1100"/>
              <a:t>Image recall: 96.2% (266 independent images)</a:t>
            </a:r>
          </a:p>
          <a:p>
            <a:r>
              <a:rPr sz="1100"/>
              <a:t>End-to-end latency: ~10.5s</a:t>
            </a:r>
          </a:p>
          <a:p>
            <a:r>
              <a:rPr sz="1100"/>
              <a:t>GEMM core speedup: 4.64x</a:t>
            </a:r>
          </a:p>
          <a:p>
            <a:r>
              <a:rPr sz="1100"/>
              <a:t>Audio overlay LUT: only 3.15%</a:t>
            </a:r>
          </a:p>
        </p:txBody>
      </p:sp>
      <p:pic>
        <p:nvPicPr>
          <p:cNvPr id="47" name="图片 5">
            <a:extLst>
              <a:ext uri="{FF2B5EF4-FFF2-40B4-BE49-F238E27FC236}">
                <a16:creationId xmlns:a16="http://schemas.microsoft.com/office/drawing/2014/main" id="{D7C57C0F-3647-E9E2-087F-D1E8B377119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52369" y="37197"/>
            <a:ext cx="1604915" cy="1402913"/>
          </a:xfrm>
          <a:prstGeom prst="rect">
            <a:avLst/>
          </a:prstGeom>
        </p:spPr>
      </p:pic>
      <p:pic>
        <p:nvPicPr>
          <p:cNvPr id="48" name="Picture 47" descr="our_bi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7290" y="2451206"/>
            <a:ext cx="3317240" cy="761365"/>
          </a:xfrm>
          <a:prstGeom prst="rect">
            <a:avLst/>
          </a:prstGeom>
        </p:spPr>
      </p:pic>
      <p:pic>
        <p:nvPicPr>
          <p:cNvPr id="49" name="Picture 48" descr="our_arch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56092" y="1164767"/>
            <a:ext cx="3064081" cy="219403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AMD Corporate Template_Dark">
  <a:themeElements>
    <a:clrScheme name="AMD Corporate">
      <a:dk1>
        <a:srgbClr val="000000"/>
      </a:dk1>
      <a:lt1>
        <a:srgbClr val="FFFFFF"/>
      </a:lt1>
      <a:dk2>
        <a:srgbClr val="5E5E5E"/>
      </a:dk2>
      <a:lt2>
        <a:srgbClr val="9D9FA2"/>
      </a:lt2>
      <a:accent1>
        <a:srgbClr val="636466"/>
      </a:accent1>
      <a:accent2>
        <a:srgbClr val="9D9FA2"/>
      </a:accent2>
      <a:accent3>
        <a:srgbClr val="EAEAEA"/>
      </a:accent3>
      <a:accent4>
        <a:srgbClr val="F26522"/>
      </a:accent4>
      <a:accent5>
        <a:srgbClr val="ED1C24"/>
      </a:accent5>
      <a:accent6>
        <a:srgbClr val="007C97"/>
      </a:accent6>
      <a:hlink>
        <a:srgbClr val="D5D5D5"/>
      </a:hlink>
      <a:folHlink>
        <a:srgbClr val="A9A9A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solidFill>
            <a:schemeClr val="accent2"/>
          </a:solidFill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18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buClr>
            <a:schemeClr val="accent1"/>
          </a:buClr>
          <a:buSzPct val="60000"/>
          <a:defRPr sz="18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7" id="{94DDD171-3649-784B-8DFF-0523AEB0E1C6}" vid="{59C6D40F-03E9-B54A-84C3-8AA20355910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item1.xml><?xml version="1.0" encoding="utf-8"?>
<TemplafyTemplateConfiguration><![CDATA[{"elementsMetadata":[],"transformationConfigurations":[{"colorTheme":"{{DataSources.ColorThemes[\"Corporate\"].ColorTheme}}","disableUpdates":false,"type":"colorTheme"}],"enableDocumentContentUpdater":true,"version":"2.0"}]]></TemplafyTemplateConfiguration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78A2EBC6E34694C80F43E94FCA993B5" ma:contentTypeVersion="14" ma:contentTypeDescription="Create a new document." ma:contentTypeScope="" ma:versionID="1a7ced39ac191f9ec8deffde533b0c1c">
  <xsd:schema xmlns:xsd="http://www.w3.org/2001/XMLSchema" xmlns:xs="http://www.w3.org/2001/XMLSchema" xmlns:p="http://schemas.microsoft.com/office/2006/metadata/properties" xmlns:ns1="http://schemas.microsoft.com/sharepoint/v3" xmlns:ns2="e4aa919a-b200-49cb-beca-4c7e0810321e" xmlns:ns3="06670dda-0291-4061-b6e0-f6c0cb392c51" targetNamespace="http://schemas.microsoft.com/office/2006/metadata/properties" ma:root="true" ma:fieldsID="bedea8c8816a4e5934c808becd103583" ns1:_="" ns2:_="" ns3:_="">
    <xsd:import namespace="http://schemas.microsoft.com/sharepoint/v3"/>
    <xsd:import namespace="e4aa919a-b200-49cb-beca-4c7e0810321e"/>
    <xsd:import namespace="06670dda-0291-4061-b6e0-f6c0cb392c5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aa919a-b200-49cb-beca-4c7e0810321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670dda-0291-4061-b6e0-f6c0cb392c51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MediaServiceKeyPoints xmlns="e4aa919a-b200-49cb-beca-4c7e0810321e" xsi:nil="true"/>
  </documentManagement>
</p:properties>
</file>

<file path=customXml/item5.xml><?xml version="1.0" encoding="utf-8"?>
<TemplafyFormConfiguration><![CDATA[{"formFields":[{"required":false,"placeholder":"Title | Date | Security Setting","lines":1,"shareValue":false,"type":"textBox","name":"Footer","label":"Enter footer description","fullyQualifiedName":"Footer"}],"formDataEntries":[]}]]></TemplafyFormConfiguration>
</file>

<file path=customXml/itemProps1.xml><?xml version="1.0" encoding="utf-8"?>
<ds:datastoreItem xmlns:ds="http://schemas.openxmlformats.org/officeDocument/2006/customXml" ds:itemID="{6291F803-2EF0-4E47-96D6-4796950CE6BD}">
  <ds:schemaRefs/>
</ds:datastoreItem>
</file>

<file path=customXml/itemProps2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BB3C309-8520-4616-80FC-2CB10D5B83A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e4aa919a-b200-49cb-beca-4c7e0810321e"/>
    <ds:schemaRef ds:uri="06670dda-0291-4061-b6e0-f6c0cb392c5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F990F116-B58F-4255-B05B-DA3808E0E5C6}">
  <ds:schemaRefs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e4aa919a-b200-49cb-beca-4c7e0810321e"/>
    <ds:schemaRef ds:uri="http://purl.org/dc/elements/1.1/"/>
    <ds:schemaRef ds:uri="http://schemas.microsoft.com/office/2006/metadata/properties"/>
    <ds:schemaRef ds:uri="06670dda-0291-4061-b6e0-f6c0cb392c51"/>
    <ds:schemaRef ds:uri="http://schemas.microsoft.com/office/2006/documentManagement/types"/>
    <ds:schemaRef ds:uri="http://purl.org/dc/terms/"/>
    <ds:schemaRef ds:uri="http://schemas.microsoft.com/sharepoint/v3"/>
    <ds:schemaRef ds:uri="http://www.w3.org/XML/1998/namespace"/>
  </ds:schemaRefs>
</ds:datastoreItem>
</file>

<file path=customXml/itemProps5.xml><?xml version="1.0" encoding="utf-8"?>
<ds:datastoreItem xmlns:ds="http://schemas.openxmlformats.org/officeDocument/2006/customXml" ds:itemID="{43BC5722-1D5B-4915-8247-E6D5F513E549}">
  <ds:schemaRefs/>
</ds:datastoreItem>
</file>

<file path=docMetadata/LabelInfo.xml><?xml version="1.0" encoding="utf-8"?>
<clbl:labelList xmlns:clbl="http://schemas.microsoft.com/office/2020/mipLabelMetadata">
  <clbl:label id="{5bd4f1f7-d4b1-4cbd-af48-dd17bd0768d5}" enabled="1" method="Privileged" siteId="{3dd8961f-e488-4e60-8e11-a82d994e183d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AMD Corporate Template_Dark</Template>
  <TotalTime>2133</TotalTime>
  <Words>454</Words>
  <Application>Microsoft Office PowerPoint</Application>
  <PresentationFormat>Widescreen</PresentationFormat>
  <Paragraphs>60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微软雅黑</vt:lpstr>
      <vt:lpstr>Aharoni</vt:lpstr>
      <vt:lpstr>Arial</vt:lpstr>
      <vt:lpstr>Calibri</vt:lpstr>
      <vt:lpstr>Consolas</vt:lpstr>
      <vt:lpstr>Segoe UI</vt:lpstr>
      <vt:lpstr>Times New Roman</vt:lpstr>
      <vt:lpstr>AMD Corporate Template_Dark</vt:lpstr>
      <vt:lpstr>INTRODUCTION</vt:lpstr>
    </vt:vector>
  </TitlesOfParts>
  <Manager>&lt;Comms manager name here&gt;</Manager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AMD Corporate Powerpoint Template</dc:subject>
  <dc:creator>Federico Gasquet</dc:creator>
  <cp:keywords>AMD Corporate Powerpoint Template</cp:keywords>
  <dc:description/>
  <cp:lastModifiedBy>Chen, Wen (Vicky)</cp:lastModifiedBy>
  <cp:revision>25</cp:revision>
  <cp:lastPrinted>2020-04-30T18:59:47Z</cp:lastPrinted>
  <dcterms:created xsi:type="dcterms:W3CDTF">2021-04-19T14:31:00Z</dcterms:created>
  <dcterms:modified xsi:type="dcterms:W3CDTF">2026-10-28T10:03:43Z</dcterms:modified>
  <cp:category>AMD Corporate Powerpoint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ublisher">
    <vt:lpwstr>AMD Creative Studio</vt:lpwstr>
  </property>
  <property fmtid="{D5CDD505-2E9C-101B-9397-08002B2CF9AE}" pid="3" name="Date completed">
    <vt:lpwstr>April 30, 2020</vt:lpwstr>
  </property>
  <property fmtid="{D5CDD505-2E9C-101B-9397-08002B2CF9AE}" pid="4" name="MS_Version">
    <vt:lpwstr>1.0.0</vt:lpwstr>
  </property>
  <property fmtid="{D5CDD505-2E9C-101B-9397-08002B2CF9AE}" pid="5" name="TemplafyTimeStamp">
    <vt:lpwstr>2021-07-26T15:24:07</vt:lpwstr>
  </property>
  <property fmtid="{D5CDD505-2E9C-101B-9397-08002B2CF9AE}" pid="6" name="ClassificationContentMarkingHeaderLocations">
    <vt:lpwstr>AMD Corporate Template_Dark:6</vt:lpwstr>
  </property>
  <property fmtid="{D5CDD505-2E9C-101B-9397-08002B2CF9AE}" pid="7" name="ClassificationContentMarkingHeaderText">
    <vt:lpwstr>[Copyright &lt;Year&gt;]</vt:lpwstr>
  </property>
</Properties>
</file>
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本作品基于 AMD PYNQ-Z2 (XC7Z020)，实现国家二级保护动物仙八色鸫的自动化声视协同监测。</a:t>
            </a:r>
          </a:p>
          <a:p>
            <a:r>
              <a:rPr sz="1100"/>
              <a:t/>
            </a:r>
          </a:p>
          <a:p>
            <a:r>
              <a:rPr sz="1100"/>
              <a:t>PL 侧 I2S 采集 INMP441 麦克风数据并集成 HLS GEMM 硬件加速核；PS 侧运行鸟鸣检测与 YOLOv8n 视觉检测，实现鸣声触发→视觉确认→自动录像闭环。</a:t>
            </a:r>
          </a:p>
          <a:p>
            <a:r>
              <a:rPr sz="1100"/>
              <a:t/>
            </a:r>
          </a:p>
          <a:p>
            <a:r>
              <a:rPr sz="1100"/>
              <a:t>关键技术点：</a:t>
            </a:r>
          </a:p>
          <a:p>
            <a:r>
              <a:rPr sz="1100"/>
              <a:t>1. 音频采集：PL 侧 I2S+AXI DMA，32kHz 实时流，不占 ARM CPU</a:t>
            </a:r>
          </a:p>
          <a:p>
            <a:r>
              <a:rPr sz="1100"/>
              <a:t>2. 硬件加速：Vitis HLS 定点 GEMM 核，纯核 4.64x 加速验证</a:t>
            </a:r>
          </a:p>
          <a:p>
            <a:r>
              <a:rPr sz="1100"/>
              <a:t>3. 声视协同：鸟鸣触发图像识别，减少空转与冗余录像</a:t>
            </a:r>
          </a:p>
          <a:p>
            <a:r>
              <a:rPr sz="1100"/>
              <a:t>4. 存在性录像：目标消失后延迟结束，存储效率提升 5-10 倍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项目简介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400" b="1"/>
              <a:t>仙八色鸫鸣声与图像协同监测系统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应用场景：林地野外监测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队员：XXX,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板端实测：AMD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武汉大学</a:t>
            </a:r>
          </a:p>
          <a:p>
            <a:r>
              <a:rPr sz="1200"/>
              <a:t>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系统架构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音频采集与检测模块：</a:t>
            </a:r>
          </a:p>
          <a:p>
            <a:r>
              <a:rPr sz="1100"/>
              <a:t>1. INMP441 I2S 数字麦克风采集；</a:t>
            </a:r>
          </a:p>
          <a:p>
            <a:r>
              <a:rPr sz="1100"/>
              <a:t>2. STFT/Mel + 3 层 CNN 鸟鸣检测；</a:t>
            </a:r>
          </a:p>
          <a:p>
            <a:r>
              <a:rPr sz="1100"/>
              <a:t>3. 阈值 0.985 触发视觉端；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This project implements automated acoustic-visual monitoring for the Fairy Pitta on AMD PYNQ-Z2.</a:t>
            </a:r>
          </a:p>
          <a:p>
            <a:r>
              <a:rPr sz="1100"/>
              <a:t/>
            </a:r>
          </a:p>
          <a:p>
            <a:r>
              <a:rPr sz="1100"/>
              <a:t>PL-side I2S acquires mic data with HLS GEMM; PS runs bird call detection and YOLOv8n, achieving call-trigger-visual-confirm-auto-record loop.</a:t>
            </a:r>
          </a:p>
          <a:p>
            <a:r>
              <a:rPr sz="1100"/>
              <a:t/>
            </a:r>
          </a:p>
          <a:p>
            <a:r>
              <a:rPr sz="1100"/>
              <a:t>Key features:</a:t>
            </a:r>
          </a:p>
          <a:p>
            <a:r>
              <a:rPr sz="1100"/>
              <a:t>1. Audio: PL I2S+AXI DMA, 32kHz stream, zero CPU</a:t>
            </a:r>
          </a:p>
          <a:p>
            <a:r>
              <a:rPr sz="1100"/>
              <a:t>2. Hardware: Vitis HLS GEMM, 4.64x core speedup</a:t>
            </a:r>
          </a:p>
          <a:p>
            <a:r>
              <a:rPr sz="1100"/>
              <a:t>3. Fusion: call triggers camera, reduces idle inference</a:t>
            </a:r>
          </a:p>
          <a:p>
            <a:r>
              <a:rPr sz="1100"/>
              <a:t>4. Recording: 5-10x storage efficiency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400" b="1"/>
              <a:t>Acoustic-Visual Monitoring for Fairy Pitta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Application: forest field monitoring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Team: 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On-board: 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Wuhan University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Audio Acquisition &amp; Detection:</a:t>
            </a:r>
          </a:p>
          <a:p>
            <a:r>
              <a:rPr sz="1100"/>
              <a:t>1. INMP441 I2S MEMS microphone;</a:t>
            </a:r>
          </a:p>
          <a:p>
            <a:r>
              <a:rPr sz="1100"/>
              <a:t>2. STFT/Mel + 3-layer CNN detection;</a:t>
            </a:r>
          </a:p>
          <a:p>
            <a:r>
              <a:rPr sz="1100"/>
              <a:t>3. Trigger at score &gt;= 0.985;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
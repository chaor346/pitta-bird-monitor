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customXml/itemProps5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4229" r:id="rId6"/>
  </p:sldMasterIdLst>
  <p:notesMasterIdLst>
    <p:notesMasterId r:id="rId8"/>
  </p:notesMasterIdLst>
  <p:handoutMasterIdLst>
    <p:handoutMasterId r:id="rId9"/>
  </p:handoutMasterIdLst>
  <p:sldIdLst>
    <p:sldId id="285" r:id="rId7"/>
    <p:sldId id="286" r:id="rId17"/>
  </p:sldIdLst>
  <p:sldSz cx="12192000" cy="6858000"/>
  <p:notesSz cx="6858000" cy="9144000"/>
  <p:defaultTextStyle>
    <a:defPPr>
      <a:defRPr lang="en-US"/>
    </a:defPPr>
    <a:lvl1pPr marL="0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1pPr>
    <a:lvl2pPr marL="457183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2pPr>
    <a:lvl3pPr marL="914367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3pPr>
    <a:lvl4pPr marL="1371550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4pPr>
    <a:lvl5pPr marL="1828734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5pPr>
    <a:lvl6pPr marL="2285918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6pPr>
    <a:lvl7pPr marL="2743101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7pPr>
    <a:lvl8pPr marL="3200284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8pPr>
    <a:lvl9pPr marL="3657469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>
        <p15:guide id="1" orient="horz" pos="2880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Saku Uchikawa" initials="SU" lastIdx="11" clrIdx="0"/>
  <p:cmAuthor id="1" name="Mary Feil-Jacobs" initials="MFJ" lastIdx="43" clrIdx="1"/>
  <p:cmAuthor id="2" name="Monica Lueder" initials="ML" lastIdx="22" clrIdx="2">
    <p:extLst>
      <p:ext uri="{19B8F6BF-5375-455C-9EA6-DF929625EA0E}">
        <p15:presenceInfo xmlns:p15="http://schemas.microsoft.com/office/powerpoint/2012/main" userId="S-1-5-21-2127521184-1604012920-1887927527-2598260" providerId="AD"/>
      </p:ext>
    </p:extLst>
  </p:cmAuthor>
  <p:cmAuthor id="3" name="Mary Feil-Jacobs" initials="MF" lastIdx="28" clrIdx="3">
    <p:extLst>
      <p:ext uri="{19B8F6BF-5375-455C-9EA6-DF929625EA0E}">
        <p15:presenceInfo xmlns:p15="http://schemas.microsoft.com/office/powerpoint/2012/main" userId="S-1-5-21-2127521184-1604012920-1887927527-65006" providerId="AD"/>
      </p:ext>
    </p:extLst>
  </p:cmAuthor>
  <p:cmAuthor id="4" name="Tracy Tran" initials="TT" lastIdx="9" clrIdx="4">
    <p:extLst>
      <p:ext uri="{19B8F6BF-5375-455C-9EA6-DF929625EA0E}">
        <p15:presenceInfo xmlns:p15="http://schemas.microsoft.com/office/powerpoint/2012/main" userId="S::tracyt@microsoft.com::7b485f56-8fe8-4efc-a1b3-85e720327ac5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D8C95"/>
    <a:srgbClr val="007C97"/>
    <a:srgbClr val="00A8D0"/>
    <a:srgbClr val="FFFF99"/>
    <a:srgbClr val="0CBEA9"/>
    <a:srgbClr val="EFE125"/>
    <a:srgbClr val="000000"/>
    <a:srgbClr val="262626"/>
    <a:srgbClr val="131313"/>
    <a:srgbClr val="24242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6C4D71A-E7F1-4ECD-BF23-D288866E6459}" v="49" dt="2026-10-28T10:01:34.16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EB344D84-9AFB-497E-A393-DC336BA19D2E}" styleName="Medium Style 3 - Accent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2A488322-F2BA-4B5B-9748-0D474271808F}" styleName="Medium Style 3 - 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AF606853-7671-496A-8E4F-DF71F8EC918B}" styleName="Dark Style 1 - Accent 6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wholeTbl>
    <a:band1H>
      <a:tcStyle>
        <a:tcBdr/>
        <a:fill>
          <a:solidFill>
            <a:schemeClr val="accent6">
              <a:shade val="60000"/>
            </a:schemeClr>
          </a:solidFill>
        </a:fill>
      </a:tcStyle>
    </a:band1H>
    <a:band1V>
      <a:tcStyle>
        <a:tcBdr/>
        <a:fill>
          <a:solidFill>
            <a:schemeClr val="accent6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6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6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6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638B1855-1B75-4FBE-930C-398BA8C253C6}" styleName="Themed Style 2 - Accent 6">
    <a:tblBg>
      <a:fillRef idx="3">
        <a:schemeClr val="accent6"/>
      </a:fillRef>
      <a:effectRef idx="3">
        <a:schemeClr val="accent6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6">
                <a:tint val="50000"/>
              </a:schemeClr>
            </a:lnRef>
          </a:left>
          <a:right>
            <a:lnRef idx="1">
              <a:schemeClr val="accent6">
                <a:tint val="50000"/>
              </a:schemeClr>
            </a:lnRef>
          </a:right>
          <a:top>
            <a:lnRef idx="1">
              <a:schemeClr val="accent6">
                <a:tint val="50000"/>
              </a:schemeClr>
            </a:lnRef>
          </a:top>
          <a:bottom>
            <a:lnRef idx="1">
              <a:schemeClr val="accent6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D03447BB-5D67-496B-8E87-E561075AD55C}" styleName="Dark Style 1 - Accent 3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wholeTbl>
    <a:band1H>
      <a:tcStyle>
        <a:tcBdr/>
        <a:fill>
          <a:solidFill>
            <a:schemeClr val="accent3">
              <a:shade val="60000"/>
            </a:schemeClr>
          </a:solidFill>
        </a:fill>
      </a:tcStyle>
    </a:band1H>
    <a:band1V>
      <a:tcStyle>
        <a:tcBdr/>
        <a:fill>
          <a:solidFill>
            <a:schemeClr val="accent3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3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3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3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37CE84F3-28C3-443E-9E96-99CF82512B78}" styleName="Dark Style 1 - Accent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E269D01E-BC32-4049-B463-5C60D7B0CCD2}" styleName="Themed Style 2 - Accent 4">
    <a:tblBg>
      <a:fillRef idx="3">
        <a:schemeClr val="accent4"/>
      </a:fillRef>
      <a:effectRef idx="3">
        <a:schemeClr val="accent4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4">
                <a:tint val="50000"/>
              </a:schemeClr>
            </a:lnRef>
          </a:left>
          <a:right>
            <a:lnRef idx="1">
              <a:schemeClr val="accent4">
                <a:tint val="50000"/>
              </a:schemeClr>
            </a:lnRef>
          </a:right>
          <a:top>
            <a:lnRef idx="1">
              <a:schemeClr val="accent4">
                <a:tint val="50000"/>
              </a:schemeClr>
            </a:lnRef>
          </a:top>
          <a:bottom>
            <a:lnRef idx="1">
              <a:schemeClr val="accent4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125E5076-3810-47DD-B79F-674D7AD40C01}" styleName="Dark Style 1 - Accent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8FD4443E-F989-4FC4-A0C8-D5A2AF1F390B}" styleName="Dark Style 1 - Accent 5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wholeTbl>
    <a:band1H>
      <a:tcStyle>
        <a:tcBdr/>
        <a:fill>
          <a:solidFill>
            <a:schemeClr val="accent5">
              <a:shade val="60000"/>
            </a:schemeClr>
          </a:solidFill>
        </a:fill>
      </a:tcStyle>
    </a:band1H>
    <a:band1V>
      <a:tcStyle>
        <a:tcBdr/>
        <a:fill>
          <a:solidFill>
            <a:schemeClr val="accent5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5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5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5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2884" autoAdjust="0"/>
    <p:restoredTop sz="97843" autoAdjust="0"/>
  </p:normalViewPr>
  <p:slideViewPr>
    <p:cSldViewPr snapToGrid="0">
      <p:cViewPr varScale="1">
        <p:scale>
          <a:sx n="159" d="100"/>
          <a:sy n="159" d="100"/>
        </p:scale>
        <p:origin x="546" y="138"/>
      </p:cViewPr>
      <p:guideLst/>
    </p:cSldViewPr>
  </p:slideViewPr>
  <p:outlineViewPr>
    <p:cViewPr>
      <p:scale>
        <a:sx n="33" d="100"/>
        <a:sy n="33" d="100"/>
      </p:scale>
      <p:origin x="0" y="-6516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-2792"/>
    </p:cViewPr>
  </p:sorterViewPr>
  <p:notesViewPr>
    <p:cSldViewPr snapToGrid="0" showGuides="1">
      <p:cViewPr varScale="1">
        <p:scale>
          <a:sx n="168" d="100"/>
          <a:sy n="168" d="100"/>
        </p:scale>
        <p:origin x="5432" y="216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customXml" Target="../customXml/item4.xml"/><Relationship Id="rId5" Type="http://schemas.openxmlformats.org/officeDocument/2006/relationships/customXml" Target="../customXml/item5.xml"/><Relationship Id="rId6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handoutMaster" Target="handoutMasters/handoutMaster1.xml"/><Relationship Id="rId10" Type="http://schemas.openxmlformats.org/officeDocument/2006/relationships/commentAuthors" Target="commentAuthors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microsoft.com/office/2016/11/relationships/changesInfo" Target="changesInfos/changesInfo1.xml"/><Relationship Id="rId16" Type="http://schemas.microsoft.com/office/2015/10/relationships/revisionInfo" Target="revisionInfo.xml"/><Relationship Id="rId17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hen, Wen (Vicky)" userId="370386ac-7ced-43cd-aa57-a504dc959918" providerId="ADAL" clId="{A08629F2-BAFE-486D-9E84-BFC0507FDA27}"/>
    <pc:docChg chg="custSel addSld delSld modSld">
      <pc:chgData name="Chen, Wen (Vicky)" userId="370386ac-7ced-43cd-aa57-a504dc959918" providerId="ADAL" clId="{A08629F2-BAFE-486D-9E84-BFC0507FDA27}" dt="2026-10-28T10:03:37.600" v="110" actId="1076"/>
      <pc:docMkLst>
        <pc:docMk/>
      </pc:docMkLst>
      <pc:sldChg chg="del">
        <pc:chgData name="Chen, Wen (Vicky)" userId="370386ac-7ced-43cd-aa57-a504dc959918" providerId="ADAL" clId="{A08629F2-BAFE-486D-9E84-BFC0507FDA27}" dt="2026-10-28T09:54:08.269" v="0" actId="47"/>
        <pc:sldMkLst>
          <pc:docMk/>
          <pc:sldMk cId="2641800033" sldId="260"/>
        </pc:sldMkLst>
      </pc:sldChg>
      <pc:sldChg chg="del">
        <pc:chgData name="Chen, Wen (Vicky)" userId="370386ac-7ced-43cd-aa57-a504dc959918" providerId="ADAL" clId="{A08629F2-BAFE-486D-9E84-BFC0507FDA27}" dt="2026-10-28T09:54:08.269" v="0" actId="47"/>
        <pc:sldMkLst>
          <pc:docMk/>
          <pc:sldMk cId="2894785852" sldId="262"/>
        </pc:sldMkLst>
      </pc:sldChg>
      <pc:sldChg chg="del">
        <pc:chgData name="Chen, Wen (Vicky)" userId="370386ac-7ced-43cd-aa57-a504dc959918" providerId="ADAL" clId="{A08629F2-BAFE-486D-9E84-BFC0507FDA27}" dt="2026-10-28T09:54:08.269" v="0" actId="47"/>
        <pc:sldMkLst>
          <pc:docMk/>
          <pc:sldMk cId="810320210" sldId="263"/>
        </pc:sldMkLst>
      </pc:sldChg>
      <pc:sldChg chg="del">
        <pc:chgData name="Chen, Wen (Vicky)" userId="370386ac-7ced-43cd-aa57-a504dc959918" providerId="ADAL" clId="{A08629F2-BAFE-486D-9E84-BFC0507FDA27}" dt="2026-10-28T09:54:19.741" v="1" actId="47"/>
        <pc:sldMkLst>
          <pc:docMk/>
          <pc:sldMk cId="3096110502" sldId="264"/>
        </pc:sldMkLst>
      </pc:sldChg>
      <pc:sldChg chg="del">
        <pc:chgData name="Chen, Wen (Vicky)" userId="370386ac-7ced-43cd-aa57-a504dc959918" providerId="ADAL" clId="{A08629F2-BAFE-486D-9E84-BFC0507FDA27}" dt="2026-10-28T09:54:19.741" v="1" actId="47"/>
        <pc:sldMkLst>
          <pc:docMk/>
          <pc:sldMk cId="3295795922" sldId="265"/>
        </pc:sldMkLst>
      </pc:sldChg>
      <pc:sldChg chg="del">
        <pc:chgData name="Chen, Wen (Vicky)" userId="370386ac-7ced-43cd-aa57-a504dc959918" providerId="ADAL" clId="{A08629F2-BAFE-486D-9E84-BFC0507FDA27}" dt="2026-10-28T09:54:19.741" v="1" actId="47"/>
        <pc:sldMkLst>
          <pc:docMk/>
          <pc:sldMk cId="3160339626" sldId="266"/>
        </pc:sldMkLst>
      </pc:sldChg>
      <pc:sldChg chg="del">
        <pc:chgData name="Chen, Wen (Vicky)" userId="370386ac-7ced-43cd-aa57-a504dc959918" providerId="ADAL" clId="{A08629F2-BAFE-486D-9E84-BFC0507FDA27}" dt="2026-10-28T09:54:19.741" v="1" actId="47"/>
        <pc:sldMkLst>
          <pc:docMk/>
          <pc:sldMk cId="2509904829" sldId="267"/>
        </pc:sldMkLst>
      </pc:sldChg>
      <pc:sldChg chg="del">
        <pc:chgData name="Chen, Wen (Vicky)" userId="370386ac-7ced-43cd-aa57-a504dc959918" providerId="ADAL" clId="{A08629F2-BAFE-486D-9E84-BFC0507FDA27}" dt="2026-10-28T09:54:19.741" v="1" actId="47"/>
        <pc:sldMkLst>
          <pc:docMk/>
          <pc:sldMk cId="563127261" sldId="268"/>
        </pc:sldMkLst>
      </pc:sldChg>
      <pc:sldChg chg="del">
        <pc:chgData name="Chen, Wen (Vicky)" userId="370386ac-7ced-43cd-aa57-a504dc959918" providerId="ADAL" clId="{A08629F2-BAFE-486D-9E84-BFC0507FDA27}" dt="2026-10-28T09:54:19.741" v="1" actId="47"/>
        <pc:sldMkLst>
          <pc:docMk/>
          <pc:sldMk cId="1914710708" sldId="269"/>
        </pc:sldMkLst>
      </pc:sldChg>
      <pc:sldChg chg="del">
        <pc:chgData name="Chen, Wen (Vicky)" userId="370386ac-7ced-43cd-aa57-a504dc959918" providerId="ADAL" clId="{A08629F2-BAFE-486D-9E84-BFC0507FDA27}" dt="2026-10-28T09:54:19.741" v="1" actId="47"/>
        <pc:sldMkLst>
          <pc:docMk/>
          <pc:sldMk cId="313142657" sldId="270"/>
        </pc:sldMkLst>
      </pc:sldChg>
      <pc:sldChg chg="del">
        <pc:chgData name="Chen, Wen (Vicky)" userId="370386ac-7ced-43cd-aa57-a504dc959918" providerId="ADAL" clId="{A08629F2-BAFE-486D-9E84-BFC0507FDA27}" dt="2026-10-28T09:54:19.741" v="1" actId="47"/>
        <pc:sldMkLst>
          <pc:docMk/>
          <pc:sldMk cId="1607857248" sldId="271"/>
        </pc:sldMkLst>
      </pc:sldChg>
      <pc:sldChg chg="del">
        <pc:chgData name="Chen, Wen (Vicky)" userId="370386ac-7ced-43cd-aa57-a504dc959918" providerId="ADAL" clId="{A08629F2-BAFE-486D-9E84-BFC0507FDA27}" dt="2026-10-28T09:54:19.741" v="1" actId="47"/>
        <pc:sldMkLst>
          <pc:docMk/>
          <pc:sldMk cId="2041338495" sldId="272"/>
        </pc:sldMkLst>
      </pc:sldChg>
      <pc:sldChg chg="del">
        <pc:chgData name="Chen, Wen (Vicky)" userId="370386ac-7ced-43cd-aa57-a504dc959918" providerId="ADAL" clId="{A08629F2-BAFE-486D-9E84-BFC0507FDA27}" dt="2026-10-28T09:54:19.741" v="1" actId="47"/>
        <pc:sldMkLst>
          <pc:docMk/>
          <pc:sldMk cId="1338091283" sldId="273"/>
        </pc:sldMkLst>
      </pc:sldChg>
      <pc:sldChg chg="del">
        <pc:chgData name="Chen, Wen (Vicky)" userId="370386ac-7ced-43cd-aa57-a504dc959918" providerId="ADAL" clId="{A08629F2-BAFE-486D-9E84-BFC0507FDA27}" dt="2026-10-28T09:54:19.741" v="1" actId="47"/>
        <pc:sldMkLst>
          <pc:docMk/>
          <pc:sldMk cId="3468783600" sldId="274"/>
        </pc:sldMkLst>
      </pc:sldChg>
      <pc:sldChg chg="del">
        <pc:chgData name="Chen, Wen (Vicky)" userId="370386ac-7ced-43cd-aa57-a504dc959918" providerId="ADAL" clId="{A08629F2-BAFE-486D-9E84-BFC0507FDA27}" dt="2026-10-28T09:54:19.741" v="1" actId="47"/>
        <pc:sldMkLst>
          <pc:docMk/>
          <pc:sldMk cId="1528543421" sldId="275"/>
        </pc:sldMkLst>
      </pc:sldChg>
      <pc:sldChg chg="del">
        <pc:chgData name="Chen, Wen (Vicky)" userId="370386ac-7ced-43cd-aa57-a504dc959918" providerId="ADAL" clId="{A08629F2-BAFE-486D-9E84-BFC0507FDA27}" dt="2026-10-28T09:54:19.741" v="1" actId="47"/>
        <pc:sldMkLst>
          <pc:docMk/>
          <pc:sldMk cId="3054485583" sldId="276"/>
        </pc:sldMkLst>
      </pc:sldChg>
      <pc:sldChg chg="del">
        <pc:chgData name="Chen, Wen (Vicky)" userId="370386ac-7ced-43cd-aa57-a504dc959918" providerId="ADAL" clId="{A08629F2-BAFE-486D-9E84-BFC0507FDA27}" dt="2026-10-28T09:54:19.741" v="1" actId="47"/>
        <pc:sldMkLst>
          <pc:docMk/>
          <pc:sldMk cId="1625260525" sldId="277"/>
        </pc:sldMkLst>
      </pc:sldChg>
      <pc:sldChg chg="del">
        <pc:chgData name="Chen, Wen (Vicky)" userId="370386ac-7ced-43cd-aa57-a504dc959918" providerId="ADAL" clId="{A08629F2-BAFE-486D-9E84-BFC0507FDA27}" dt="2026-10-28T09:54:19.741" v="1" actId="47"/>
        <pc:sldMkLst>
          <pc:docMk/>
          <pc:sldMk cId="2921606204" sldId="278"/>
        </pc:sldMkLst>
      </pc:sldChg>
      <pc:sldChg chg="del">
        <pc:chgData name="Chen, Wen (Vicky)" userId="370386ac-7ced-43cd-aa57-a504dc959918" providerId="ADAL" clId="{A08629F2-BAFE-486D-9E84-BFC0507FDA27}" dt="2026-10-28T09:54:19.741" v="1" actId="47"/>
        <pc:sldMkLst>
          <pc:docMk/>
          <pc:sldMk cId="3767730382" sldId="279"/>
        </pc:sldMkLst>
      </pc:sldChg>
      <pc:sldChg chg="del">
        <pc:chgData name="Chen, Wen (Vicky)" userId="370386ac-7ced-43cd-aa57-a504dc959918" providerId="ADAL" clId="{A08629F2-BAFE-486D-9E84-BFC0507FDA27}" dt="2026-10-28T09:54:19.741" v="1" actId="47"/>
        <pc:sldMkLst>
          <pc:docMk/>
          <pc:sldMk cId="2912664564" sldId="280"/>
        </pc:sldMkLst>
      </pc:sldChg>
      <pc:sldChg chg="del">
        <pc:chgData name="Chen, Wen (Vicky)" userId="370386ac-7ced-43cd-aa57-a504dc959918" providerId="ADAL" clId="{A08629F2-BAFE-486D-9E84-BFC0507FDA27}" dt="2026-10-28T09:54:19.741" v="1" actId="47"/>
        <pc:sldMkLst>
          <pc:docMk/>
          <pc:sldMk cId="899082442" sldId="281"/>
        </pc:sldMkLst>
      </pc:sldChg>
      <pc:sldChg chg="del">
        <pc:chgData name="Chen, Wen (Vicky)" userId="370386ac-7ced-43cd-aa57-a504dc959918" providerId="ADAL" clId="{A08629F2-BAFE-486D-9E84-BFC0507FDA27}" dt="2026-10-28T09:54:19.741" v="1" actId="47"/>
        <pc:sldMkLst>
          <pc:docMk/>
          <pc:sldMk cId="1936621986" sldId="282"/>
        </pc:sldMkLst>
      </pc:sldChg>
      <pc:sldChg chg="del">
        <pc:chgData name="Chen, Wen (Vicky)" userId="370386ac-7ced-43cd-aa57-a504dc959918" providerId="ADAL" clId="{A08629F2-BAFE-486D-9E84-BFC0507FDA27}" dt="2026-10-28T09:54:19.741" v="1" actId="47"/>
        <pc:sldMkLst>
          <pc:docMk/>
          <pc:sldMk cId="2897248901" sldId="283"/>
        </pc:sldMkLst>
      </pc:sldChg>
      <pc:sldChg chg="del">
        <pc:chgData name="Chen, Wen (Vicky)" userId="370386ac-7ced-43cd-aa57-a504dc959918" providerId="ADAL" clId="{A08629F2-BAFE-486D-9E84-BFC0507FDA27}" dt="2026-10-28T10:01:10.378" v="9" actId="47"/>
        <pc:sldMkLst>
          <pc:docMk/>
          <pc:sldMk cId="2859063927" sldId="284"/>
        </pc:sldMkLst>
      </pc:sldChg>
      <pc:sldChg chg="del">
        <pc:chgData name="Chen, Wen (Vicky)" userId="370386ac-7ced-43cd-aa57-a504dc959918" providerId="ADAL" clId="{A08629F2-BAFE-486D-9E84-BFC0507FDA27}" dt="2026-10-28T09:54:08.269" v="0" actId="47"/>
        <pc:sldMkLst>
          <pc:docMk/>
          <pc:sldMk cId="488671642" sldId="285"/>
        </pc:sldMkLst>
      </pc:sldChg>
      <pc:sldChg chg="addSp delSp modSp new mod modClrScheme chgLayout">
        <pc:chgData name="Chen, Wen (Vicky)" userId="370386ac-7ced-43cd-aa57-a504dc959918" providerId="ADAL" clId="{A08629F2-BAFE-486D-9E84-BFC0507FDA27}" dt="2026-10-28T10:03:37.600" v="110" actId="1076"/>
        <pc:sldMkLst>
          <pc:docMk/>
          <pc:sldMk cId="1777069741" sldId="285"/>
        </pc:sldMkLst>
        <pc:spChg chg="del">
          <ac:chgData name="Chen, Wen (Vicky)" userId="370386ac-7ced-43cd-aa57-a504dc959918" providerId="ADAL" clId="{A08629F2-BAFE-486D-9E84-BFC0507FDA27}" dt="2026-10-28T09:54:29.746" v="3" actId="700"/>
          <ac:spMkLst>
            <pc:docMk/>
            <pc:sldMk cId="1777069741" sldId="285"/>
            <ac:spMk id="2" creationId="{657F82AD-C5B8-4968-DECD-AB43F5DCAECC}"/>
          </ac:spMkLst>
        </pc:spChg>
        <pc:spChg chg="del mod ord">
          <ac:chgData name="Chen, Wen (Vicky)" userId="370386ac-7ced-43cd-aa57-a504dc959918" providerId="ADAL" clId="{A08629F2-BAFE-486D-9E84-BFC0507FDA27}" dt="2026-10-28T09:54:29.746" v="3" actId="700"/>
          <ac:spMkLst>
            <pc:docMk/>
            <pc:sldMk cId="1777069741" sldId="285"/>
            <ac:spMk id="3" creationId="{A1C2D21D-1646-9566-3081-429676337E32}"/>
          </ac:spMkLst>
        </pc:spChg>
        <pc:spChg chg="del">
          <ac:chgData name="Chen, Wen (Vicky)" userId="370386ac-7ced-43cd-aa57-a504dc959918" providerId="ADAL" clId="{A08629F2-BAFE-486D-9E84-BFC0507FDA27}" dt="2026-10-28T09:54:29.746" v="3" actId="700"/>
          <ac:spMkLst>
            <pc:docMk/>
            <pc:sldMk cId="1777069741" sldId="285"/>
            <ac:spMk id="4" creationId="{227DFDB3-5F3F-7736-8267-95B8BADCB680}"/>
          </ac:spMkLst>
        </pc:spChg>
        <pc:spChg chg="add del mod ord">
          <ac:chgData name="Chen, Wen (Vicky)" userId="370386ac-7ced-43cd-aa57-a504dc959918" providerId="ADAL" clId="{A08629F2-BAFE-486D-9E84-BFC0507FDA27}" dt="2026-10-28T09:54:36.182" v="4" actId="700"/>
          <ac:spMkLst>
            <pc:docMk/>
            <pc:sldMk cId="1777069741" sldId="285"/>
            <ac:spMk id="5" creationId="{B63F92C7-CA2C-08EE-88CB-096614340C3F}"/>
          </ac:spMkLst>
        </pc:spChg>
        <pc:spChg chg="add del mod">
          <ac:chgData name="Chen, Wen (Vicky)" userId="370386ac-7ced-43cd-aa57-a504dc959918" providerId="ADAL" clId="{A08629F2-BAFE-486D-9E84-BFC0507FDA27}" dt="2026-10-28T10:01:04.629" v="7" actId="478"/>
          <ac:spMkLst>
            <pc:docMk/>
            <pc:sldMk cId="1777069741" sldId="285"/>
            <ac:spMk id="6" creationId="{DC789B0E-9151-EBB3-9C9A-7D921624BCB2}"/>
          </ac:spMkLst>
        </pc:spChg>
        <pc:spChg chg="mod">
          <ac:chgData name="Chen, Wen (Vicky)" userId="370386ac-7ced-43cd-aa57-a504dc959918" providerId="ADAL" clId="{A08629F2-BAFE-486D-9E84-BFC0507FDA27}" dt="2026-10-28T10:02:52.947" v="35" actId="14100"/>
          <ac:spMkLst>
            <pc:docMk/>
            <pc:sldMk cId="1777069741" sldId="285"/>
            <ac:spMk id="7" creationId="{FE9E712C-8D01-093E-F260-B456F83385A5}"/>
          </ac:spMkLst>
        </pc:spChg>
        <pc:spChg chg="mod">
          <ac:chgData name="Chen, Wen (Vicky)" userId="370386ac-7ced-43cd-aa57-a504dc959918" providerId="ADAL" clId="{A08629F2-BAFE-486D-9E84-BFC0507FDA27}" dt="2026-10-28T10:02:12.729" v="29" actId="948"/>
          <ac:spMkLst>
            <pc:docMk/>
            <pc:sldMk cId="1777069741" sldId="285"/>
            <ac:spMk id="8" creationId="{7C995DB8-75D8-49DC-0386-88FDA751971A}"/>
          </ac:spMkLst>
        </pc:spChg>
        <pc:spChg chg="add mod">
          <ac:chgData name="Chen, Wen (Vicky)" userId="370386ac-7ced-43cd-aa57-a504dc959918" providerId="ADAL" clId="{A08629F2-BAFE-486D-9E84-BFC0507FDA27}" dt="2026-10-28T10:03:37.600" v="110" actId="1076"/>
          <ac:spMkLst>
            <pc:docMk/>
            <pc:sldMk cId="1777069741" sldId="285"/>
            <ac:spMk id="9" creationId="{455E59B8-9F4D-053C-0F8B-5ED9412D6AB0}"/>
          </ac:spMkLst>
        </pc:spChg>
        <pc:spChg chg="add mod">
          <ac:chgData name="Chen, Wen (Vicky)" userId="370386ac-7ced-43cd-aa57-a504dc959918" providerId="ADAL" clId="{A08629F2-BAFE-486D-9E84-BFC0507FDA27}" dt="2026-10-28T10:01:05.009" v="8"/>
          <ac:spMkLst>
            <pc:docMk/>
            <pc:sldMk cId="1777069741" sldId="285"/>
            <ac:spMk id="17" creationId="{0DEFB17D-6681-9646-6AEB-AA8BC90223D4}"/>
          </ac:spMkLst>
        </pc:spChg>
        <pc:spChg chg="add mod">
          <ac:chgData name="Chen, Wen (Vicky)" userId="370386ac-7ced-43cd-aa57-a504dc959918" providerId="ADAL" clId="{A08629F2-BAFE-486D-9E84-BFC0507FDA27}" dt="2026-10-28T10:01:05.009" v="8"/>
          <ac:spMkLst>
            <pc:docMk/>
            <pc:sldMk cId="1777069741" sldId="285"/>
            <ac:spMk id="23" creationId="{485C4FA3-129B-F950-2BCA-DCE18597BC89}"/>
          </ac:spMkLst>
        </pc:spChg>
        <pc:spChg chg="add mod">
          <ac:chgData name="Chen, Wen (Vicky)" userId="370386ac-7ced-43cd-aa57-a504dc959918" providerId="ADAL" clId="{A08629F2-BAFE-486D-9E84-BFC0507FDA27}" dt="2026-10-28T10:01:05.009" v="8"/>
          <ac:spMkLst>
            <pc:docMk/>
            <pc:sldMk cId="1777069741" sldId="285"/>
            <ac:spMk id="25" creationId="{77966AF8-61F6-A290-A297-72FBA829E9F9}"/>
          </ac:spMkLst>
        </pc:spChg>
        <pc:spChg chg="add mod">
          <ac:chgData name="Chen, Wen (Vicky)" userId="370386ac-7ced-43cd-aa57-a504dc959918" providerId="ADAL" clId="{A08629F2-BAFE-486D-9E84-BFC0507FDA27}" dt="2026-10-28T10:01:05.009" v="8"/>
          <ac:spMkLst>
            <pc:docMk/>
            <pc:sldMk cId="1777069741" sldId="285"/>
            <ac:spMk id="30" creationId="{3AD9C1E2-56A2-91FD-2214-C3508F5F5345}"/>
          </ac:spMkLst>
        </pc:spChg>
        <pc:spChg chg="add mod">
          <ac:chgData name="Chen, Wen (Vicky)" userId="370386ac-7ced-43cd-aa57-a504dc959918" providerId="ADAL" clId="{A08629F2-BAFE-486D-9E84-BFC0507FDA27}" dt="2026-10-28T10:01:05.009" v="8"/>
          <ac:spMkLst>
            <pc:docMk/>
            <pc:sldMk cId="1777069741" sldId="285"/>
            <ac:spMk id="34" creationId="{35818903-E8A5-070B-B626-2835FFF26BE2}"/>
          </ac:spMkLst>
        </pc:spChg>
        <pc:spChg chg="add mod">
          <ac:chgData name="Chen, Wen (Vicky)" userId="370386ac-7ced-43cd-aa57-a504dc959918" providerId="ADAL" clId="{A08629F2-BAFE-486D-9E84-BFC0507FDA27}" dt="2026-10-28T10:01:05.009" v="8"/>
          <ac:spMkLst>
            <pc:docMk/>
            <pc:sldMk cId="1777069741" sldId="285"/>
            <ac:spMk id="37" creationId="{6901D43C-2CF0-2C54-2E0B-69ABAC43B76A}"/>
          </ac:spMkLst>
        </pc:spChg>
        <pc:spChg chg="add mod">
          <ac:chgData name="Chen, Wen (Vicky)" userId="370386ac-7ced-43cd-aa57-a504dc959918" providerId="ADAL" clId="{A08629F2-BAFE-486D-9E84-BFC0507FDA27}" dt="2026-10-28T10:02:48.219" v="34" actId="1076"/>
          <ac:spMkLst>
            <pc:docMk/>
            <pc:sldMk cId="1777069741" sldId="285"/>
            <ac:spMk id="41" creationId="{7208B36C-4D3C-053B-772C-E9455269F56C}"/>
          </ac:spMkLst>
        </pc:spChg>
        <pc:spChg chg="add mod">
          <ac:chgData name="Chen, Wen (Vicky)" userId="370386ac-7ced-43cd-aa57-a504dc959918" providerId="ADAL" clId="{A08629F2-BAFE-486D-9E84-BFC0507FDA27}" dt="2026-10-28T10:03:33.858" v="109" actId="14100"/>
          <ac:spMkLst>
            <pc:docMk/>
            <pc:sldMk cId="1777069741" sldId="285"/>
            <ac:spMk id="54" creationId="{58960BED-4C88-4AA4-8F7B-F67A2FC46A15}"/>
          </ac:spMkLst>
        </pc:spChg>
        <pc:spChg chg="add mod">
          <ac:chgData name="Chen, Wen (Vicky)" userId="370386ac-7ced-43cd-aa57-a504dc959918" providerId="ADAL" clId="{A08629F2-BAFE-486D-9E84-BFC0507FDA27}" dt="2026-10-28T10:03:24.112" v="85" actId="20577"/>
          <ac:spMkLst>
            <pc:docMk/>
            <pc:sldMk cId="1777069741" sldId="285"/>
            <ac:spMk id="56" creationId="{6B37ED8F-95C2-063E-D72D-A64EF03CBD94}"/>
          </ac:spMkLst>
        </pc:spChg>
        <pc:cxnChg chg="mod">
          <ac:chgData name="Chen, Wen (Vicky)" userId="370386ac-7ced-43cd-aa57-a504dc959918" providerId="ADAL" clId="{A08629F2-BAFE-486D-9E84-BFC0507FDA27}" dt="2026-10-28T10:02:35.640" v="32" actId="14100"/>
          <ac:cxnSpMkLst>
            <pc:docMk/>
            <pc:sldMk cId="1777069741" sldId="285"/>
            <ac:cxnSpMk id="12" creationId="{C6959FA9-7E35-379E-77F4-1F6BBF5DF8D9}"/>
          </ac:cxnSpMkLst>
        </pc:cxnChg>
        <pc:cxnChg chg="mod">
          <ac:chgData name="Chen, Wen (Vicky)" userId="370386ac-7ced-43cd-aa57-a504dc959918" providerId="ADAL" clId="{A08629F2-BAFE-486D-9E84-BFC0507FDA27}" dt="2026-10-28T10:02:40.776" v="33" actId="14100"/>
          <ac:cxnSpMkLst>
            <pc:docMk/>
            <pc:sldMk cId="1777069741" sldId="285"/>
            <ac:cxnSpMk id="13" creationId="{933CCBA0-FAB3-2B8C-FF7C-6D01676E605B}"/>
          </ac:cxnSpMkLst>
        </pc:cxnChg>
        <pc:cxnChg chg="mod">
          <ac:chgData name="Chen, Wen (Vicky)" userId="370386ac-7ced-43cd-aa57-a504dc959918" providerId="ADAL" clId="{A08629F2-BAFE-486D-9E84-BFC0507FDA27}" dt="2026-10-28T10:02:31.137" v="31" actId="14100"/>
          <ac:cxnSpMkLst>
            <pc:docMk/>
            <pc:sldMk cId="1777069741" sldId="285"/>
            <ac:cxnSpMk id="14" creationId="{F1E00891-515C-956C-17FC-86789D545647}"/>
          </ac:cxnSpMkLst>
        </pc:cxnChg>
      </pc:sldChg>
      <pc:sldChg chg="del">
        <pc:chgData name="Chen, Wen (Vicky)" userId="370386ac-7ced-43cd-aa57-a504dc959918" providerId="ADAL" clId="{A08629F2-BAFE-486D-9E84-BFC0507FDA27}" dt="2026-10-28T09:54:19.741" v="1" actId="47"/>
        <pc:sldMkLst>
          <pc:docMk/>
          <pc:sldMk cId="1702984821" sldId="286"/>
        </pc:sldMkLst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eader Placeholder 7">
            <a:extLst>
              <a:ext uri="{FF2B5EF4-FFF2-40B4-BE49-F238E27FC236}">
                <a16:creationId xmlns:a16="http://schemas.microsoft.com/office/drawing/2014/main" id="{6D9F846D-2CFB-BC42-A87F-3BBAB173631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231887" y="106595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11" name="Footer Placeholder 9">
            <a:extLst>
              <a:ext uri="{FF2B5EF4-FFF2-40B4-BE49-F238E27FC236}">
                <a16:creationId xmlns:a16="http://schemas.microsoft.com/office/drawing/2014/main" id="{88408BE6-8E91-914D-8FB2-836E9E3F520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224725" y="8686801"/>
            <a:ext cx="5409296" cy="35596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marL="0" indent="0" algn="l">
              <a:defRPr sz="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defTabSz="914099" eaLnBrk="0" hangingPunct="0"/>
            <a:r>
              <a:rPr lang="en-US">
                <a:ea typeface="Segoe UI" pitchFamily="34" charset="0"/>
              </a:rPr>
              <a:t>© Advanced Micro Devices, Inc. All rights reserved. Confidential – Not for distribution.</a:t>
            </a:r>
            <a:endParaRPr lang="en-US" dirty="0">
              <a:ea typeface="Segoe UI" pitchFamily="34" charset="0"/>
            </a:endParaRPr>
          </a:p>
        </p:txBody>
      </p:sp>
      <p:sp>
        <p:nvSpPr>
          <p:cNvPr id="12" name="Date Placeholder 10">
            <a:extLst>
              <a:ext uri="{FF2B5EF4-FFF2-40B4-BE49-F238E27FC236}">
                <a16:creationId xmlns:a16="http://schemas.microsoft.com/office/drawing/2014/main" id="{053A4A9A-59E9-FE4E-8C48-82287B8CFB96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3661475" y="118832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076B0810-FC62-EE4E-BF04-55F4B7654175}" type="datetime8">
              <a:rPr lang="en-US" smtClean="0"/>
              <a:pPr/>
              <a:t>10/28/2026 5:54 PM</a:t>
            </a:fld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0ECC6F94-A19F-3C4E-B299-330922AF660D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5839568" y="8685214"/>
            <a:ext cx="793708" cy="35596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B4008EB6-D09E-4580-8CD6-DDB14511944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04595630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Header Placeholder 7"/>
          <p:cNvSpPr>
            <a:spLocks noGrp="1"/>
          </p:cNvSpPr>
          <p:nvPr>
            <p:ph type="hdr" sz="quarter"/>
          </p:nvPr>
        </p:nvSpPr>
        <p:spPr>
          <a:xfrm>
            <a:off x="231887" y="106595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9" name="Slide Image Placeholder 8"/>
          <p:cNvSpPr>
            <a:spLocks noGrp="1" noRot="1" noChangeAspect="1"/>
          </p:cNvSpPr>
          <p:nvPr>
            <p:ph type="sldImg" idx="2"/>
          </p:nvPr>
        </p:nvSpPr>
        <p:spPr>
          <a:xfrm>
            <a:off x="658813" y="684213"/>
            <a:ext cx="5540375" cy="31178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4"/>
          </p:nvPr>
        </p:nvSpPr>
        <p:spPr>
          <a:xfrm>
            <a:off x="224725" y="8686801"/>
            <a:ext cx="5409296" cy="35596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marL="0" indent="0" algn="l">
              <a:defRPr sz="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defTabSz="914099" eaLnBrk="0" hangingPunct="0"/>
            <a:r>
              <a:rPr lang="en-US">
                <a:ea typeface="Segoe UI" pitchFamily="34" charset="0"/>
              </a:rPr>
              <a:t>© Advanced Micro Devices, Inc. All rights reserved. Confidential – Not for distribution.</a:t>
            </a:r>
            <a:endParaRPr lang="en-US" dirty="0">
              <a:ea typeface="Segoe UI" pitchFamily="34" charset="0"/>
            </a:endParaRPr>
          </a:p>
        </p:txBody>
      </p:sp>
      <p:sp>
        <p:nvSpPr>
          <p:cNvPr id="11" name="Date Placeholder 10"/>
          <p:cNvSpPr>
            <a:spLocks noGrp="1"/>
          </p:cNvSpPr>
          <p:nvPr>
            <p:ph type="dt" idx="1"/>
          </p:nvPr>
        </p:nvSpPr>
        <p:spPr>
          <a:xfrm>
            <a:off x="3661475" y="118832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076B0810-FC62-EE4E-BF04-55F4B7654175}" type="datetime8">
              <a:rPr lang="en-US" smtClean="0"/>
              <a:pPr/>
              <a:t>10/28/2026 5:51 PM</a:t>
            </a:fld>
            <a:endParaRPr lang="en-US" dirty="0"/>
          </a:p>
        </p:txBody>
      </p:sp>
      <p:sp>
        <p:nvSpPr>
          <p:cNvPr id="12" name="Notes Placeholder 11"/>
          <p:cNvSpPr>
            <a:spLocks noGrp="1"/>
          </p:cNvSpPr>
          <p:nvPr>
            <p:ph type="body" sz="quarter" idx="3"/>
          </p:nvPr>
        </p:nvSpPr>
        <p:spPr>
          <a:xfrm>
            <a:off x="685800" y="4107052"/>
            <a:ext cx="5486400" cy="4351149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Slide Number Placeholder 12"/>
          <p:cNvSpPr>
            <a:spLocks noGrp="1"/>
          </p:cNvSpPr>
          <p:nvPr>
            <p:ph type="sldNum" sz="quarter" idx="5"/>
          </p:nvPr>
        </p:nvSpPr>
        <p:spPr>
          <a:xfrm>
            <a:off x="5839568" y="8685214"/>
            <a:ext cx="793708" cy="35596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B4008EB6-D09E-4580-8CD6-DDB14511944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24648265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marL="0" algn="l" defTabSz="914367" rtl="0" eaLnBrk="1" latinLnBrk="0" hangingPunct="1">
      <a:lnSpc>
        <a:spcPct val="90000"/>
      </a:lnSpc>
      <a:spcAft>
        <a:spcPts val="333"/>
      </a:spcAft>
      <a:defRPr sz="1200" b="0" i="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1pPr>
    <a:lvl2pPr marL="212982" indent="-105829" algn="l" defTabSz="914367" rtl="0" eaLnBrk="1" latinLnBrk="0" hangingPunct="1">
      <a:lnSpc>
        <a:spcPct val="90000"/>
      </a:lnSpc>
      <a:spcAft>
        <a:spcPts val="333"/>
      </a:spcAft>
      <a:buFont typeface="Arial" pitchFamily="34" charset="0"/>
      <a:buChar char="•"/>
      <a:defRPr sz="1100" b="0" i="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2pPr>
    <a:lvl3pPr marL="328071" indent="-115090" algn="l" defTabSz="914367" rtl="0" eaLnBrk="1" latinLnBrk="0" hangingPunct="1">
      <a:lnSpc>
        <a:spcPct val="90000"/>
      </a:lnSpc>
      <a:spcAft>
        <a:spcPts val="333"/>
      </a:spcAft>
      <a:buFont typeface="Arial" pitchFamily="34" charset="0"/>
      <a:buChar char="•"/>
      <a:defRPr sz="1050" b="0" i="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3pPr>
    <a:lvl4pPr marL="482848" indent="-146838" algn="l" defTabSz="914367" rtl="0" eaLnBrk="1" latinLnBrk="0" hangingPunct="1">
      <a:lnSpc>
        <a:spcPct val="90000"/>
      </a:lnSpc>
      <a:spcAft>
        <a:spcPts val="333"/>
      </a:spcAft>
      <a:buFont typeface="Arial" pitchFamily="34" charset="0"/>
      <a:buChar char="•"/>
      <a:defRPr sz="1050" b="0" i="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4pPr>
    <a:lvl5pPr marL="615134" indent="-115090" algn="l" defTabSz="914367" rtl="0" eaLnBrk="1" latinLnBrk="0" hangingPunct="1">
      <a:lnSpc>
        <a:spcPct val="90000"/>
      </a:lnSpc>
      <a:spcAft>
        <a:spcPts val="333"/>
      </a:spcAft>
      <a:buFont typeface="Arial" pitchFamily="34" charset="0"/>
      <a:buChar char="•"/>
      <a:defRPr sz="1050" b="0" i="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5pPr>
    <a:lvl6pPr marL="2285918" algn="l" defTabSz="914367" rtl="0" eaLnBrk="1" latinLnBrk="0" hangingPunct="1">
      <a:defRPr sz="1176" kern="1200">
        <a:solidFill>
          <a:schemeClr val="tx1"/>
        </a:solidFill>
        <a:latin typeface="+mn-lt"/>
        <a:ea typeface="+mn-ea"/>
        <a:cs typeface="+mn-cs"/>
      </a:defRPr>
    </a:lvl6pPr>
    <a:lvl7pPr marL="2743101" algn="l" defTabSz="914367" rtl="0" eaLnBrk="1" latinLnBrk="0" hangingPunct="1">
      <a:defRPr sz="1176" kern="1200">
        <a:solidFill>
          <a:schemeClr val="tx1"/>
        </a:solidFill>
        <a:latin typeface="+mn-lt"/>
        <a:ea typeface="+mn-ea"/>
        <a:cs typeface="+mn-cs"/>
      </a:defRPr>
    </a:lvl7pPr>
    <a:lvl8pPr marL="3200284" algn="l" defTabSz="914367" rtl="0" eaLnBrk="1" latinLnBrk="0" hangingPunct="1">
      <a:defRPr sz="1176" kern="1200">
        <a:solidFill>
          <a:schemeClr val="tx1"/>
        </a:solidFill>
        <a:latin typeface="+mn-lt"/>
        <a:ea typeface="+mn-ea"/>
        <a:cs typeface="+mn-cs"/>
      </a:defRPr>
    </a:lvl8pPr>
    <a:lvl9pPr marL="3657469" algn="l" defTabSz="914367" rtl="0" eaLnBrk="1" latinLnBrk="0" hangingPunct="1">
      <a:defRPr sz="1176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- No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584199" y="3730752"/>
            <a:ext cx="9203375" cy="1285186"/>
          </a:xfrm>
          <a:noFill/>
        </p:spPr>
        <p:txBody>
          <a:bodyPr wrap="square" lIns="0" tIns="0" rIns="0" bIns="0" anchor="b" anchorCtr="0">
            <a:noAutofit/>
          </a:bodyPr>
          <a:lstStyle>
            <a:lvl1pPr>
              <a:defRPr sz="3400" spc="-50" baseline="0">
                <a:solidFill>
                  <a:schemeClr val="tx1"/>
                </a:solidFill>
                <a:latin typeface="+mj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Event name or presentation title 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3C8DF7-52E5-4ABA-86DD-8FD6C136A4A3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4201" y="5416299"/>
            <a:ext cx="5510213" cy="307777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2000" spc="0" baseline="0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lvl="0"/>
            <a:r>
              <a:rPr lang="en-US" dirty="0"/>
              <a:t>Speaker name or subtitle text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C70B977-ED39-4A6F-B505-8559A07A7E86}"/>
              </a:ext>
            </a:extLst>
          </p:cNvPr>
          <p:cNvPicPr>
            <a:picLocks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84201" y="585791"/>
            <a:ext cx="1227600" cy="2681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99520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p15="http://schemas.microsoft.com/office/powerpoint/2012/main" xmlns:a14="http://schemas.microsoft.com/office/drawing/2010/main" xmlns:a16="http://schemas.microsoft.com/office/drawing/2014/main" xmlns="">
      <p:transition spd="med">
        <p:fade/>
      </p:transition>
    </mc:Fallback>
  </mc:AlternateContent>
  <p:hf hdr="0"/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4582D644-6452-D04E-ACC8-AE775B9DB7B4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gray">
          <a:xfrm>
            <a:off x="6857994" y="0"/>
            <a:ext cx="5334006" cy="685800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2103120" r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200" b="1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584201" y="2487337"/>
            <a:ext cx="5510213" cy="1046440"/>
          </a:xfrm>
          <a:noFill/>
        </p:spPr>
        <p:txBody>
          <a:bodyPr wrap="square" lIns="0" tIns="0" rIns="0" bIns="0" anchor="b" anchorCtr="0">
            <a:spAutoFit/>
          </a:bodyPr>
          <a:lstStyle>
            <a:lvl1pPr>
              <a:defRPr sz="3400" spc="-50" baseline="0">
                <a:solidFill>
                  <a:schemeClr val="tx1"/>
                </a:solidFill>
                <a:latin typeface="+mj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Event name or presentation title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84201" y="3962403"/>
            <a:ext cx="5510213" cy="307777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2000" spc="0" baseline="0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lvl="0"/>
            <a:r>
              <a:rPr lang="en-US" dirty="0"/>
              <a:t>Speaker name or subtitle text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4EFFEA8-7820-4325-8EB6-9B49BA536D46}"/>
              </a:ext>
            </a:extLst>
          </p:cNvPr>
          <p:cNvPicPr>
            <a:picLocks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84201" y="585791"/>
            <a:ext cx="1227600" cy="2681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70142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p15="http://schemas.microsoft.com/office/powerpoint/2012/main" xmlns:a14="http://schemas.microsoft.com/office/drawing/2010/main" xmlns:a16="http://schemas.microsoft.com/office/drawing/2014/main"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3" pos="3839" userDrawn="1">
          <p15:clr>
            <a:srgbClr val="5ACBF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FCFEFD-88E5-4869-B5C3-1611B0B50E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8A212C2-8B30-4835-8711-AA981B6CFBE1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584201" y="1432111"/>
            <a:ext cx="11018838" cy="4836927"/>
          </a:xfrm>
        </p:spPr>
        <p:txBody>
          <a:bodyPr/>
          <a:lstStyle>
            <a:lvl1pPr marL="228611" indent="-228611">
              <a:buSzPct val="90000"/>
              <a:buFont typeface="Arial" panose="020B0604020202020204" pitchFamily="34" charset="0"/>
              <a:buChar char="•"/>
              <a:defRPr/>
            </a:lvl1pPr>
            <a:lvl2pPr marL="457223" indent="-228611">
              <a:buSzPct val="90000"/>
              <a:buFont typeface="Arial" panose="020B0604020202020204" pitchFamily="34" charset="0"/>
              <a:buChar char="•"/>
              <a:defRPr/>
            </a:lvl2pPr>
            <a:lvl3pPr marL="657258" indent="-200035">
              <a:buSzPct val="90000"/>
              <a:buFont typeface="Arial" panose="020B0604020202020204" pitchFamily="34" charset="0"/>
              <a:buChar char="•"/>
              <a:defRPr/>
            </a:lvl3pPr>
            <a:lvl4pPr marL="843005" indent="-180984">
              <a:buSzPct val="90000"/>
              <a:buFont typeface="Arial" panose="020B0604020202020204" pitchFamily="34" charset="0"/>
              <a:buChar char="•"/>
              <a:defRPr/>
            </a:lvl4pPr>
            <a:lvl5pPr marL="1023989" indent="-168284">
              <a:buSzPct val="90000"/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232991965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5" orient="horz" pos="905" userDrawn="1">
          <p15:clr>
            <a:srgbClr val="5ACBF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&amp; Non-bullet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34B655BA-10A4-4A57-89DB-CFFBE1CA1E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586390" y="1434370"/>
            <a:ext cx="11018521" cy="4831840"/>
          </a:xfrm>
        </p:spPr>
        <p:txBody>
          <a:bodyPr wrap="square">
            <a:noAutofit/>
          </a:bodyPr>
          <a:lstStyle>
            <a:lvl1pPr marL="0" indent="0">
              <a:buNone/>
              <a:defRPr/>
            </a:lvl1pPr>
            <a:lvl2pPr marL="228611" indent="0">
              <a:buNone/>
              <a:defRPr/>
            </a:lvl2pPr>
            <a:lvl3pPr marL="457223" indent="0">
              <a:buNone/>
              <a:defRPr/>
            </a:lvl3pPr>
            <a:lvl4pPr marL="685834" indent="0">
              <a:buNone/>
              <a:defRPr/>
            </a:lvl4pPr>
            <a:lvl5pPr marL="914446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531337368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orient="horz" pos="903" userDrawn="1">
          <p15:clr>
            <a:srgbClr val="5ACBF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BE2550-DA43-453C-A328-33C740E654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4B7A288-CDAC-4184-9F73-137C95F5E643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84201" y="1435100"/>
            <a:ext cx="5211764" cy="4831110"/>
          </a:xfrm>
        </p:spPr>
        <p:txBody>
          <a:bodyPr/>
          <a:lstStyle>
            <a:lvl1pPr marL="228611" indent="-228611">
              <a:buSzPct val="90000"/>
              <a:buFont typeface="Arial" panose="020B0604020202020204" pitchFamily="34" charset="0"/>
              <a:buChar char="•"/>
              <a:defRPr/>
            </a:lvl1pPr>
            <a:lvl2pPr marL="457223" indent="-228611">
              <a:buSzPct val="90000"/>
              <a:buFont typeface="Arial" panose="020B0604020202020204" pitchFamily="34" charset="0"/>
              <a:buChar char="•"/>
              <a:defRPr/>
            </a:lvl2pPr>
            <a:lvl3pPr marL="657258" indent="-200035">
              <a:buSzPct val="90000"/>
              <a:buFont typeface="Arial" panose="020B0604020202020204" pitchFamily="34" charset="0"/>
              <a:buChar char="•"/>
              <a:defRPr/>
            </a:lvl3pPr>
            <a:lvl4pPr marL="843005" indent="-180984">
              <a:buSzPct val="90000"/>
              <a:buFont typeface="Arial" panose="020B0604020202020204" pitchFamily="34" charset="0"/>
              <a:buChar char="•"/>
              <a:defRPr/>
            </a:lvl4pPr>
            <a:lvl5pPr marL="1023989" indent="-168284">
              <a:buSzPct val="90000"/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CEC22105-78D6-4753-94FA-3DA949361A9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389689" y="1435100"/>
            <a:ext cx="5219700" cy="4831110"/>
          </a:xfrm>
        </p:spPr>
        <p:txBody>
          <a:bodyPr/>
          <a:lstStyle>
            <a:lvl1pPr marL="228611" indent="-228611">
              <a:buSzPct val="90000"/>
              <a:buFont typeface="Arial" panose="020B0604020202020204" pitchFamily="34" charset="0"/>
              <a:buChar char="•"/>
              <a:defRPr/>
            </a:lvl1pPr>
            <a:lvl2pPr marL="457223" indent="-228611">
              <a:buSzPct val="90000"/>
              <a:buFont typeface="Arial" panose="020B0604020202020204" pitchFamily="34" charset="0"/>
              <a:buChar char="•"/>
              <a:defRPr/>
            </a:lvl2pPr>
            <a:lvl3pPr marL="657258" indent="-200035">
              <a:buSzPct val="90000"/>
              <a:buFont typeface="Arial" panose="020B0604020202020204" pitchFamily="34" charset="0"/>
              <a:buChar char="•"/>
              <a:defRPr/>
            </a:lvl3pPr>
            <a:lvl4pPr marL="843005" indent="-180984">
              <a:buSzPct val="90000"/>
              <a:buFont typeface="Arial" panose="020B0604020202020204" pitchFamily="34" charset="0"/>
              <a:buChar char="•"/>
              <a:defRPr/>
            </a:lvl4pPr>
            <a:lvl5pPr marL="1023989" indent="-168284">
              <a:buSzPct val="90000"/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61245362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903" userDrawn="1">
          <p15:clr>
            <a:srgbClr val="5ACBF0"/>
          </p15:clr>
        </p15:guide>
        <p15:guide id="4" pos="3659" userDrawn="1">
          <p15:clr>
            <a:srgbClr val="5ACBF0"/>
          </p15:clr>
        </p15:guide>
        <p15:guide id="5" pos="4021" userDrawn="1">
          <p15:clr>
            <a:srgbClr val="5ACBF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 Non-bullet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0B9D8600-6232-EB42-9B16-FE5606C929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4" y="591793"/>
            <a:ext cx="11018521" cy="430887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92710BA9-0DC0-4BFB-82CF-4F93C55DEFA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86390" y="1434370"/>
            <a:ext cx="5209891" cy="4831840"/>
          </a:xfrm>
        </p:spPr>
        <p:txBody>
          <a:bodyPr wrap="square">
            <a:noAutofit/>
          </a:bodyPr>
          <a:lstStyle>
            <a:lvl1pPr marL="0" indent="0">
              <a:buNone/>
              <a:defRPr/>
            </a:lvl1pPr>
            <a:lvl2pPr marL="228611" indent="0">
              <a:buNone/>
              <a:defRPr/>
            </a:lvl2pPr>
            <a:lvl3pPr marL="457223" indent="0">
              <a:buNone/>
              <a:defRPr/>
            </a:lvl3pPr>
            <a:lvl4pPr marL="685834" indent="0">
              <a:buNone/>
              <a:defRPr/>
            </a:lvl4pPr>
            <a:lvl5pPr marL="914446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185F674C-7305-447F-8F35-DBBE344126B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395721" y="1434370"/>
            <a:ext cx="5209891" cy="4831840"/>
          </a:xfrm>
        </p:spPr>
        <p:txBody>
          <a:bodyPr wrap="square">
            <a:noAutofit/>
          </a:bodyPr>
          <a:lstStyle>
            <a:lvl1pPr marL="0" indent="0">
              <a:buNone/>
              <a:defRPr/>
            </a:lvl1pPr>
            <a:lvl2pPr marL="228611" indent="0">
              <a:buNone/>
              <a:defRPr/>
            </a:lvl2pPr>
            <a:lvl3pPr marL="457223" indent="0">
              <a:buNone/>
              <a:defRPr/>
            </a:lvl3pPr>
            <a:lvl4pPr marL="685834" indent="0">
              <a:buNone/>
              <a:defRPr/>
            </a:lvl4pPr>
            <a:lvl5pPr marL="914446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19201898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904" userDrawn="1">
          <p15:clr>
            <a:srgbClr val="5ACBF0"/>
          </p15:clr>
        </p15:guide>
        <p15:guide id="4" pos="3659" userDrawn="1">
          <p15:clr>
            <a:srgbClr val="5ACBF0"/>
          </p15:clr>
        </p15:guide>
        <p15:guide id="5" pos="4021" userDrawn="1">
          <p15:clr>
            <a:srgbClr val="5ACBF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AAD849-7CFE-4AF7-A7C5-6BBD50C88C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07984548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779" userDrawn="1">
          <p15:clr>
            <a:srgbClr val="A4A3A4"/>
          </p15:clr>
        </p15:guide>
        <p15:guide id="7" pos="963" userDrawn="1">
          <p15:clr>
            <a:srgbClr val="A4A3A4"/>
          </p15:clr>
        </p15:guide>
        <p15:guide id="8" pos="1373" userDrawn="1">
          <p15:clr>
            <a:srgbClr val="A4A3A4"/>
          </p15:clr>
        </p15:guide>
        <p15:guide id="9" pos="1556" userDrawn="1">
          <p15:clr>
            <a:srgbClr val="A4A3A4"/>
          </p15:clr>
        </p15:guide>
        <p15:guide id="10" pos="1967" userDrawn="1">
          <p15:clr>
            <a:srgbClr val="A4A3A4"/>
          </p15:clr>
        </p15:guide>
        <p15:guide id="11" pos="2150" userDrawn="1">
          <p15:clr>
            <a:srgbClr val="A4A3A4"/>
          </p15:clr>
        </p15:guide>
        <p15:guide id="12" pos="2561" userDrawn="1">
          <p15:clr>
            <a:srgbClr val="A4A3A4"/>
          </p15:clr>
        </p15:guide>
        <p15:guide id="13" pos="2745" userDrawn="1">
          <p15:clr>
            <a:srgbClr val="A4A3A4"/>
          </p15:clr>
        </p15:guide>
        <p15:guide id="14" pos="3156" userDrawn="1">
          <p15:clr>
            <a:srgbClr val="A4A3A4"/>
          </p15:clr>
        </p15:guide>
        <p15:guide id="15" pos="3338" userDrawn="1">
          <p15:clr>
            <a:srgbClr val="A4A3A4"/>
          </p15:clr>
        </p15:guide>
        <p15:guide id="16" pos="3749" userDrawn="1">
          <p15:clr>
            <a:srgbClr val="A4A3A4"/>
          </p15:clr>
        </p15:guide>
        <p15:guide id="17" pos="3932" userDrawn="1">
          <p15:clr>
            <a:srgbClr val="A4A3A4"/>
          </p15:clr>
        </p15:guide>
        <p15:guide id="18" pos="4343" userDrawn="1">
          <p15:clr>
            <a:srgbClr val="A4A3A4"/>
          </p15:clr>
        </p15:guide>
        <p15:guide id="19" pos="4525" userDrawn="1">
          <p15:clr>
            <a:srgbClr val="A4A3A4"/>
          </p15:clr>
        </p15:guide>
        <p15:guide id="20" pos="4938" userDrawn="1">
          <p15:clr>
            <a:srgbClr val="A4A3A4"/>
          </p15:clr>
        </p15:guide>
        <p15:guide id="21" pos="5120" userDrawn="1">
          <p15:clr>
            <a:srgbClr val="A4A3A4"/>
          </p15:clr>
        </p15:guide>
        <p15:guide id="22" pos="5530" userDrawn="1">
          <p15:clr>
            <a:srgbClr val="A4A3A4"/>
          </p15:clr>
        </p15:guide>
        <p15:guide id="23" pos="5715" userDrawn="1">
          <p15:clr>
            <a:srgbClr val="A4A3A4"/>
          </p15:clr>
        </p15:guide>
        <p15:guide id="24" pos="6123" userDrawn="1">
          <p15:clr>
            <a:srgbClr val="A4A3A4"/>
          </p15:clr>
        </p15:guide>
        <p15:guide id="25" pos="6308" userDrawn="1">
          <p15:clr>
            <a:srgbClr val="A4A3A4"/>
          </p15:clr>
        </p15:guide>
        <p15:guide id="26" pos="6717" userDrawn="1">
          <p15:clr>
            <a:srgbClr val="A4A3A4"/>
          </p15:clr>
        </p15:guide>
        <p15:guide id="27" pos="6900" userDrawn="1">
          <p15:clr>
            <a:srgbClr val="A4A3A4"/>
          </p15:clr>
        </p15:guide>
        <p15:guide id="28" orient="horz" pos="905" userDrawn="1">
          <p15:clr>
            <a:srgbClr val="5ACBF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mall title - half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B91C41AE-0083-2A44-9A00-206CEB625E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4" y="3182780"/>
            <a:ext cx="11018521" cy="492443"/>
          </a:xfrm>
        </p:spPr>
        <p:txBody>
          <a:bodyPr/>
          <a:lstStyle>
            <a:lvl1pPr algn="ctr"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243858526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779" userDrawn="1">
          <p15:clr>
            <a:srgbClr val="A4A3A4"/>
          </p15:clr>
        </p15:guide>
        <p15:guide id="7" pos="963" userDrawn="1">
          <p15:clr>
            <a:srgbClr val="A4A3A4"/>
          </p15:clr>
        </p15:guide>
        <p15:guide id="8" pos="1373" userDrawn="1">
          <p15:clr>
            <a:srgbClr val="A4A3A4"/>
          </p15:clr>
        </p15:guide>
        <p15:guide id="9" pos="1556" userDrawn="1">
          <p15:clr>
            <a:srgbClr val="A4A3A4"/>
          </p15:clr>
        </p15:guide>
        <p15:guide id="10" pos="1967" userDrawn="1">
          <p15:clr>
            <a:srgbClr val="A4A3A4"/>
          </p15:clr>
        </p15:guide>
        <p15:guide id="11" pos="2150" userDrawn="1">
          <p15:clr>
            <a:srgbClr val="A4A3A4"/>
          </p15:clr>
        </p15:guide>
        <p15:guide id="12" pos="2569" userDrawn="1">
          <p15:clr>
            <a:srgbClr val="A4A3A4"/>
          </p15:clr>
        </p15:guide>
        <p15:guide id="13" pos="2745" userDrawn="1">
          <p15:clr>
            <a:srgbClr val="A4A3A4"/>
          </p15:clr>
        </p15:guide>
        <p15:guide id="14" pos="3156" userDrawn="1">
          <p15:clr>
            <a:srgbClr val="A4A3A4"/>
          </p15:clr>
        </p15:guide>
        <p15:guide id="15" pos="3338" userDrawn="1">
          <p15:clr>
            <a:srgbClr val="A4A3A4"/>
          </p15:clr>
        </p15:guide>
        <p15:guide id="16" pos="3749" userDrawn="1">
          <p15:clr>
            <a:srgbClr val="A4A3A4"/>
          </p15:clr>
        </p15:guide>
        <p15:guide id="17" pos="3932" userDrawn="1">
          <p15:clr>
            <a:srgbClr val="A4A3A4"/>
          </p15:clr>
        </p15:guide>
        <p15:guide id="18" pos="4343" userDrawn="1">
          <p15:clr>
            <a:srgbClr val="A4A3A4"/>
          </p15:clr>
        </p15:guide>
        <p15:guide id="19" pos="4525" userDrawn="1">
          <p15:clr>
            <a:srgbClr val="A4A3A4"/>
          </p15:clr>
        </p15:guide>
        <p15:guide id="20" pos="4938" userDrawn="1">
          <p15:clr>
            <a:srgbClr val="A4A3A4"/>
          </p15:clr>
        </p15:guide>
        <p15:guide id="21" pos="5120" userDrawn="1">
          <p15:clr>
            <a:srgbClr val="A4A3A4"/>
          </p15:clr>
        </p15:guide>
        <p15:guide id="22" pos="5530" userDrawn="1">
          <p15:clr>
            <a:srgbClr val="A4A3A4"/>
          </p15:clr>
        </p15:guide>
        <p15:guide id="23" pos="5715" userDrawn="1">
          <p15:clr>
            <a:srgbClr val="A4A3A4"/>
          </p15:clr>
        </p15:guide>
        <p15:guide id="24" pos="6123" userDrawn="1">
          <p15:clr>
            <a:srgbClr val="A4A3A4"/>
          </p15:clr>
        </p15:guide>
        <p15:guide id="25" pos="6308" userDrawn="1">
          <p15:clr>
            <a:srgbClr val="A4A3A4"/>
          </p15:clr>
        </p15:guide>
        <p15:guide id="26" pos="6717" userDrawn="1">
          <p15:clr>
            <a:srgbClr val="A4A3A4"/>
          </p15:clr>
        </p15:guide>
        <p15:guide id="27" pos="6900" userDrawn="1">
          <p15:clr>
            <a:srgbClr val="A4A3A4"/>
          </p15:clr>
        </p15:guide>
        <p15:guide id="28" orient="horz" pos="1992" userDrawn="1">
          <p15:clr>
            <a:srgbClr val="5ACBF0"/>
          </p15:clr>
        </p15:guide>
        <p15:guide id="29" orient="horz" pos="2328" userDrawn="1">
          <p15:clr>
            <a:srgbClr val="5ACBF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FD20C4-3302-EB45-B6C3-8D7D3B54A5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060B0B7-8257-AF44-8E50-C5EF88BB3828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gray">
          <a:xfrm>
            <a:off x="588264" y="150800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4CAA7D2A-D3F3-C443-BEAB-AE463EB6977E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 bwMode="gray">
          <a:xfrm>
            <a:off x="1599748" y="150800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5606696E-F9FD-7A41-B239-56C925CA5E14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2611232" y="150800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67BFD11-A5C7-534B-95DE-708BA59C3464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3622716" y="150800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C4A2493A-DA9A-774E-B698-381E87F3023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gray">
          <a:xfrm>
            <a:off x="4634200" y="150800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9F155F2-1A5E-D049-B799-7F265508271D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 bwMode="gray">
          <a:xfrm>
            <a:off x="5645684" y="150800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39D300ED-46DE-8D44-B42F-D72A4BD1D05B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 bwMode="gray">
          <a:xfrm>
            <a:off x="6657168" y="150800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D59F3EBB-786F-7A42-B92F-72211CA921FC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 bwMode="gray">
          <a:xfrm>
            <a:off x="7668652" y="150800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BA676D0-34EC-3646-AC3D-071EB3DD9D6C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 bwMode="gray">
          <a:xfrm>
            <a:off x="8680136" y="150800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2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ADFD9C1-E635-1B46-BC21-4D5D3069E75B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 bwMode="gray">
          <a:xfrm>
            <a:off x="9691620" y="150800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3CF35C45-D347-D645-8CD2-6E3D2088C4CC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 bwMode="gray">
          <a:xfrm>
            <a:off x="10703108" y="150800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9475B80-6F15-0744-AB11-132AC7CF9AF6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 bwMode="gray">
          <a:xfrm>
            <a:off x="588264" y="246191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5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E65AC22-FEB4-6245-8825-006D3BD5EEC0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 bwMode="gray">
          <a:xfrm>
            <a:off x="1599748" y="246191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6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CA5DEB6-0C05-E64B-93D0-2DC0A025A090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 bwMode="gray">
          <a:xfrm>
            <a:off x="2611232" y="246191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3E846680-CCD1-9948-9632-5B8197B7DFFC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 bwMode="gray">
          <a:xfrm>
            <a:off x="3622716" y="246191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079D992-3FCF-A34A-88A0-8A2A68C972E0}"/>
              </a:ext>
            </a:extLst>
          </p:cNvPr>
          <p:cNvSpPr>
            <a:spLocks noGrp="1"/>
          </p:cNvSpPr>
          <p:nvPr>
            <p:ph type="pic" sz="quarter" idx="26" hasCustomPrompt="1"/>
          </p:nvPr>
        </p:nvSpPr>
        <p:spPr bwMode="gray">
          <a:xfrm>
            <a:off x="4634200" y="246191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2996246-3D80-2E4F-B8C7-B5C201E6038B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 bwMode="gray">
          <a:xfrm>
            <a:off x="5645684" y="246191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2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5B08E9CE-2FBC-A34F-A25C-316E2F2AFB58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 bwMode="gray">
          <a:xfrm>
            <a:off x="6657168" y="246191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2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DB30B13-3B8F-8940-A799-8867F379BBFF}"/>
              </a:ext>
            </a:extLst>
          </p:cNvPr>
          <p:cNvSpPr>
            <a:spLocks noGrp="1"/>
          </p:cNvSpPr>
          <p:nvPr>
            <p:ph type="pic" sz="quarter" idx="29" hasCustomPrompt="1"/>
          </p:nvPr>
        </p:nvSpPr>
        <p:spPr bwMode="gray">
          <a:xfrm>
            <a:off x="7668652" y="246191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22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C27ED1D-2D58-0F4E-AF78-B5F5237C75C8}"/>
              </a:ext>
            </a:extLst>
          </p:cNvPr>
          <p:cNvSpPr>
            <a:spLocks noGrp="1"/>
          </p:cNvSpPr>
          <p:nvPr>
            <p:ph type="pic" sz="quarter" idx="30" hasCustomPrompt="1"/>
          </p:nvPr>
        </p:nvSpPr>
        <p:spPr bwMode="gray">
          <a:xfrm>
            <a:off x="8680136" y="246191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2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4EBE182-B741-BC49-B664-B0A622BFEA17}"/>
              </a:ext>
            </a:extLst>
          </p:cNvPr>
          <p:cNvSpPr>
            <a:spLocks noGrp="1"/>
          </p:cNvSpPr>
          <p:nvPr>
            <p:ph type="pic" sz="quarter" idx="31" hasCustomPrompt="1"/>
          </p:nvPr>
        </p:nvSpPr>
        <p:spPr bwMode="gray">
          <a:xfrm>
            <a:off x="9691620" y="246191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2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16A9CF0-7A7F-AE48-971A-01E1283DC04D}"/>
              </a:ext>
            </a:extLst>
          </p:cNvPr>
          <p:cNvSpPr>
            <a:spLocks noGrp="1"/>
          </p:cNvSpPr>
          <p:nvPr>
            <p:ph type="pic" sz="quarter" idx="32" hasCustomPrompt="1"/>
          </p:nvPr>
        </p:nvSpPr>
        <p:spPr bwMode="gray">
          <a:xfrm>
            <a:off x="10703108" y="246191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4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E48212A-DC2D-8A4E-948F-CED552226B35}"/>
              </a:ext>
            </a:extLst>
          </p:cNvPr>
          <p:cNvSpPr>
            <a:spLocks noGrp="1"/>
          </p:cNvSpPr>
          <p:nvPr>
            <p:ph type="pic" sz="quarter" idx="33" hasCustomPrompt="1"/>
          </p:nvPr>
        </p:nvSpPr>
        <p:spPr bwMode="gray">
          <a:xfrm>
            <a:off x="588264" y="341582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4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A7EC4B1-AFA8-B84C-9D6B-CFC26A347773}"/>
              </a:ext>
            </a:extLst>
          </p:cNvPr>
          <p:cNvSpPr>
            <a:spLocks noGrp="1"/>
          </p:cNvSpPr>
          <p:nvPr>
            <p:ph type="pic" sz="quarter" idx="34" hasCustomPrompt="1"/>
          </p:nvPr>
        </p:nvSpPr>
        <p:spPr bwMode="gray">
          <a:xfrm>
            <a:off x="1599748" y="341582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4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3D41B8F6-CB16-8A47-93D6-22C9BD6E792E}"/>
              </a:ext>
            </a:extLst>
          </p:cNvPr>
          <p:cNvSpPr>
            <a:spLocks noGrp="1"/>
          </p:cNvSpPr>
          <p:nvPr>
            <p:ph type="pic" sz="quarter" idx="35" hasCustomPrompt="1"/>
          </p:nvPr>
        </p:nvSpPr>
        <p:spPr bwMode="gray">
          <a:xfrm>
            <a:off x="2611232" y="341582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9F647A9E-3E39-5245-986A-31E2F83C941F}"/>
              </a:ext>
            </a:extLst>
          </p:cNvPr>
          <p:cNvSpPr>
            <a:spLocks noGrp="1"/>
          </p:cNvSpPr>
          <p:nvPr>
            <p:ph type="pic" sz="quarter" idx="36" hasCustomPrompt="1"/>
          </p:nvPr>
        </p:nvSpPr>
        <p:spPr bwMode="gray">
          <a:xfrm>
            <a:off x="3622716" y="341582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C943DD5E-95E4-004B-A652-3964101490F7}"/>
              </a:ext>
            </a:extLst>
          </p:cNvPr>
          <p:cNvSpPr>
            <a:spLocks noGrp="1"/>
          </p:cNvSpPr>
          <p:nvPr>
            <p:ph type="pic" sz="quarter" idx="37" hasCustomPrompt="1"/>
          </p:nvPr>
        </p:nvSpPr>
        <p:spPr bwMode="gray">
          <a:xfrm>
            <a:off x="4634200" y="341582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2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324A395-E051-B041-98A7-F038983D90B3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 bwMode="gray">
          <a:xfrm>
            <a:off x="5645684" y="341582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5D8EB23B-20D2-E04A-8B4F-F25763669F4C}"/>
              </a:ext>
            </a:extLst>
          </p:cNvPr>
          <p:cNvSpPr>
            <a:spLocks noGrp="1"/>
          </p:cNvSpPr>
          <p:nvPr>
            <p:ph type="pic" sz="quarter" idx="39" hasCustomPrompt="1"/>
          </p:nvPr>
        </p:nvSpPr>
        <p:spPr bwMode="gray">
          <a:xfrm>
            <a:off x="6657168" y="341582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9176A914-34CF-6A48-A1B5-7978B2CF9C71}"/>
              </a:ext>
            </a:extLst>
          </p:cNvPr>
          <p:cNvSpPr>
            <a:spLocks noGrp="1"/>
          </p:cNvSpPr>
          <p:nvPr>
            <p:ph type="pic" sz="quarter" idx="40" hasCustomPrompt="1"/>
          </p:nvPr>
        </p:nvSpPr>
        <p:spPr bwMode="gray">
          <a:xfrm>
            <a:off x="7668652" y="341582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5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DC220427-E17B-B24E-AB8E-2626C72238E1}"/>
              </a:ext>
            </a:extLst>
          </p:cNvPr>
          <p:cNvSpPr>
            <a:spLocks noGrp="1"/>
          </p:cNvSpPr>
          <p:nvPr>
            <p:ph type="pic" sz="quarter" idx="41" hasCustomPrompt="1"/>
          </p:nvPr>
        </p:nvSpPr>
        <p:spPr bwMode="gray">
          <a:xfrm>
            <a:off x="8680136" y="341582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6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56B660E-74F0-6749-933B-EBBB3DC15E3C}"/>
              </a:ext>
            </a:extLst>
          </p:cNvPr>
          <p:cNvSpPr>
            <a:spLocks noGrp="1"/>
          </p:cNvSpPr>
          <p:nvPr>
            <p:ph type="pic" sz="quarter" idx="42" hasCustomPrompt="1"/>
          </p:nvPr>
        </p:nvSpPr>
        <p:spPr bwMode="gray">
          <a:xfrm>
            <a:off x="9691620" y="341582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800E9B2C-54F5-7247-8B0A-8ECF84CB3EC6}"/>
              </a:ext>
            </a:extLst>
          </p:cNvPr>
          <p:cNvSpPr>
            <a:spLocks noGrp="1"/>
          </p:cNvSpPr>
          <p:nvPr>
            <p:ph type="pic" sz="quarter" idx="43" hasCustomPrompt="1"/>
          </p:nvPr>
        </p:nvSpPr>
        <p:spPr bwMode="gray">
          <a:xfrm>
            <a:off x="10703108" y="341582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01E232AB-8B15-254B-A855-7F8837E250DF}"/>
              </a:ext>
            </a:extLst>
          </p:cNvPr>
          <p:cNvSpPr>
            <a:spLocks noGrp="1"/>
          </p:cNvSpPr>
          <p:nvPr>
            <p:ph type="pic" sz="quarter" idx="44" hasCustomPrompt="1"/>
          </p:nvPr>
        </p:nvSpPr>
        <p:spPr bwMode="gray">
          <a:xfrm>
            <a:off x="588264" y="436973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0A9C15B7-B0C8-6F44-8D00-8A2A4EEBF911}"/>
              </a:ext>
            </a:extLst>
          </p:cNvPr>
          <p:cNvSpPr>
            <a:spLocks noGrp="1"/>
          </p:cNvSpPr>
          <p:nvPr>
            <p:ph type="pic" sz="quarter" idx="45" hasCustomPrompt="1"/>
          </p:nvPr>
        </p:nvSpPr>
        <p:spPr bwMode="gray">
          <a:xfrm>
            <a:off x="1599748" y="436973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855E00E5-0C32-114B-9C71-A210C35FD8A5}"/>
              </a:ext>
            </a:extLst>
          </p:cNvPr>
          <p:cNvSpPr>
            <a:spLocks noGrp="1"/>
          </p:cNvSpPr>
          <p:nvPr>
            <p:ph type="pic" sz="quarter" idx="46" hasCustomPrompt="1"/>
          </p:nvPr>
        </p:nvSpPr>
        <p:spPr bwMode="gray">
          <a:xfrm>
            <a:off x="2611232" y="436973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53BCE8B7-2363-754D-8DCC-BBD1A812A666}"/>
              </a:ext>
            </a:extLst>
          </p:cNvPr>
          <p:cNvSpPr>
            <a:spLocks noGrp="1"/>
          </p:cNvSpPr>
          <p:nvPr>
            <p:ph type="pic" sz="quarter" idx="47" hasCustomPrompt="1"/>
          </p:nvPr>
        </p:nvSpPr>
        <p:spPr bwMode="gray">
          <a:xfrm>
            <a:off x="3622716" y="436973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2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3DD5E7E1-6C4A-D24E-B423-731BCB2FED82}"/>
              </a:ext>
            </a:extLst>
          </p:cNvPr>
          <p:cNvSpPr>
            <a:spLocks noGrp="1"/>
          </p:cNvSpPr>
          <p:nvPr>
            <p:ph type="pic" sz="quarter" idx="48" hasCustomPrompt="1"/>
          </p:nvPr>
        </p:nvSpPr>
        <p:spPr bwMode="gray">
          <a:xfrm>
            <a:off x="4634200" y="436973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994E403-A4F2-D143-8694-FFDDED83B568}"/>
              </a:ext>
            </a:extLst>
          </p:cNvPr>
          <p:cNvSpPr>
            <a:spLocks noGrp="1"/>
          </p:cNvSpPr>
          <p:nvPr>
            <p:ph type="pic" sz="quarter" idx="49" hasCustomPrompt="1"/>
          </p:nvPr>
        </p:nvSpPr>
        <p:spPr bwMode="gray">
          <a:xfrm>
            <a:off x="5645684" y="436973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DD66CA9-613E-E649-873E-15770AF37966}"/>
              </a:ext>
            </a:extLst>
          </p:cNvPr>
          <p:cNvSpPr>
            <a:spLocks noGrp="1"/>
          </p:cNvSpPr>
          <p:nvPr>
            <p:ph type="pic" sz="quarter" idx="50" hasCustomPrompt="1"/>
          </p:nvPr>
        </p:nvSpPr>
        <p:spPr bwMode="gray">
          <a:xfrm>
            <a:off x="6657168" y="436973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5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1F31EBB-82CA-0B47-90B9-623F7BEA7BCC}"/>
              </a:ext>
            </a:extLst>
          </p:cNvPr>
          <p:cNvSpPr>
            <a:spLocks noGrp="1"/>
          </p:cNvSpPr>
          <p:nvPr>
            <p:ph type="pic" sz="quarter" idx="51" hasCustomPrompt="1"/>
          </p:nvPr>
        </p:nvSpPr>
        <p:spPr bwMode="gray">
          <a:xfrm>
            <a:off x="7668652" y="436973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6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3354D4A-7AE4-3249-979C-EF717F4169E2}"/>
              </a:ext>
            </a:extLst>
          </p:cNvPr>
          <p:cNvSpPr>
            <a:spLocks noGrp="1"/>
          </p:cNvSpPr>
          <p:nvPr>
            <p:ph type="pic" sz="quarter" idx="52" hasCustomPrompt="1"/>
          </p:nvPr>
        </p:nvSpPr>
        <p:spPr bwMode="gray">
          <a:xfrm>
            <a:off x="8680136" y="436973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D798148F-325B-8847-998F-D6695555F7A4}"/>
              </a:ext>
            </a:extLst>
          </p:cNvPr>
          <p:cNvSpPr>
            <a:spLocks noGrp="1"/>
          </p:cNvSpPr>
          <p:nvPr>
            <p:ph type="pic" sz="quarter" idx="53" hasCustomPrompt="1"/>
          </p:nvPr>
        </p:nvSpPr>
        <p:spPr bwMode="gray">
          <a:xfrm>
            <a:off x="9691620" y="436973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9FC062AA-6E9F-F148-A650-D892DEAD4D5B}"/>
              </a:ext>
            </a:extLst>
          </p:cNvPr>
          <p:cNvSpPr>
            <a:spLocks noGrp="1"/>
          </p:cNvSpPr>
          <p:nvPr>
            <p:ph type="pic" sz="quarter" idx="54" hasCustomPrompt="1"/>
          </p:nvPr>
        </p:nvSpPr>
        <p:spPr bwMode="gray">
          <a:xfrm>
            <a:off x="10703108" y="436973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736B318-56FF-BD45-BE51-B4F02187BAB1}"/>
              </a:ext>
            </a:extLst>
          </p:cNvPr>
          <p:cNvSpPr>
            <a:spLocks noGrp="1"/>
          </p:cNvSpPr>
          <p:nvPr>
            <p:ph type="pic" sz="quarter" idx="55" hasCustomPrompt="1"/>
          </p:nvPr>
        </p:nvSpPr>
        <p:spPr bwMode="gray">
          <a:xfrm>
            <a:off x="588264" y="532364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C874F5D0-313C-9C4E-A76E-837FA8B341EF}"/>
              </a:ext>
            </a:extLst>
          </p:cNvPr>
          <p:cNvSpPr>
            <a:spLocks noGrp="1"/>
          </p:cNvSpPr>
          <p:nvPr>
            <p:ph type="pic" sz="quarter" idx="56" hasCustomPrompt="1"/>
          </p:nvPr>
        </p:nvSpPr>
        <p:spPr bwMode="gray">
          <a:xfrm>
            <a:off x="1599748" y="532364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0B1B6CBD-7E6A-E64A-8901-48FC6B628F8A}"/>
              </a:ext>
            </a:extLst>
          </p:cNvPr>
          <p:cNvSpPr>
            <a:spLocks noGrp="1"/>
          </p:cNvSpPr>
          <p:nvPr>
            <p:ph type="pic" sz="quarter" idx="57" hasCustomPrompt="1"/>
          </p:nvPr>
        </p:nvSpPr>
        <p:spPr bwMode="gray">
          <a:xfrm>
            <a:off x="2611232" y="532364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2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81345C8D-49CF-D74B-BBBF-1ABB0F2BC7E0}"/>
              </a:ext>
            </a:extLst>
          </p:cNvPr>
          <p:cNvSpPr>
            <a:spLocks noGrp="1"/>
          </p:cNvSpPr>
          <p:nvPr>
            <p:ph type="pic" sz="quarter" idx="58" hasCustomPrompt="1"/>
          </p:nvPr>
        </p:nvSpPr>
        <p:spPr bwMode="gray">
          <a:xfrm>
            <a:off x="3622716" y="532364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59431BFC-6034-2D48-B40D-D214B5BA49EA}"/>
              </a:ext>
            </a:extLst>
          </p:cNvPr>
          <p:cNvSpPr>
            <a:spLocks noGrp="1"/>
          </p:cNvSpPr>
          <p:nvPr>
            <p:ph type="pic" sz="quarter" idx="59" hasCustomPrompt="1"/>
          </p:nvPr>
        </p:nvSpPr>
        <p:spPr bwMode="gray">
          <a:xfrm>
            <a:off x="4634200" y="532364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E881A0D-AB0E-1544-945D-AFD48D4CD2F5}"/>
              </a:ext>
            </a:extLst>
          </p:cNvPr>
          <p:cNvSpPr>
            <a:spLocks noGrp="1"/>
          </p:cNvSpPr>
          <p:nvPr>
            <p:ph type="pic" sz="quarter" idx="60" hasCustomPrompt="1"/>
          </p:nvPr>
        </p:nvSpPr>
        <p:spPr bwMode="gray">
          <a:xfrm>
            <a:off x="5645684" y="532364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5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64F7E33-6DCA-DF42-BB2E-C8EC136C0AAA}"/>
              </a:ext>
            </a:extLst>
          </p:cNvPr>
          <p:cNvSpPr>
            <a:spLocks noGrp="1"/>
          </p:cNvSpPr>
          <p:nvPr>
            <p:ph type="pic" sz="quarter" idx="61" hasCustomPrompt="1"/>
          </p:nvPr>
        </p:nvSpPr>
        <p:spPr bwMode="gray">
          <a:xfrm>
            <a:off x="6657168" y="532364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6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AC86F5EF-AD62-294A-AE53-AD62F4600B0F}"/>
              </a:ext>
            </a:extLst>
          </p:cNvPr>
          <p:cNvSpPr>
            <a:spLocks noGrp="1"/>
          </p:cNvSpPr>
          <p:nvPr>
            <p:ph type="pic" sz="quarter" idx="62" hasCustomPrompt="1"/>
          </p:nvPr>
        </p:nvSpPr>
        <p:spPr bwMode="gray">
          <a:xfrm>
            <a:off x="7668652" y="532364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DDEFD37-0863-F949-AA96-5F73CC3B271A}"/>
              </a:ext>
            </a:extLst>
          </p:cNvPr>
          <p:cNvSpPr>
            <a:spLocks noGrp="1"/>
          </p:cNvSpPr>
          <p:nvPr>
            <p:ph type="pic" sz="quarter" idx="63" hasCustomPrompt="1"/>
          </p:nvPr>
        </p:nvSpPr>
        <p:spPr bwMode="gray">
          <a:xfrm>
            <a:off x="8680136" y="532364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C7F81ABC-5057-6D45-AD46-29A54A126114}"/>
              </a:ext>
            </a:extLst>
          </p:cNvPr>
          <p:cNvSpPr>
            <a:spLocks noGrp="1"/>
          </p:cNvSpPr>
          <p:nvPr>
            <p:ph type="pic" sz="quarter" idx="64" hasCustomPrompt="1"/>
          </p:nvPr>
        </p:nvSpPr>
        <p:spPr bwMode="gray">
          <a:xfrm>
            <a:off x="9691620" y="532364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9866A0A0-C971-6B47-A279-161DD8E70EEB}"/>
              </a:ext>
            </a:extLst>
          </p:cNvPr>
          <p:cNvSpPr>
            <a:spLocks noGrp="1"/>
          </p:cNvSpPr>
          <p:nvPr>
            <p:ph type="pic" sz="quarter" idx="65" hasCustomPrompt="1"/>
          </p:nvPr>
        </p:nvSpPr>
        <p:spPr bwMode="gray">
          <a:xfrm>
            <a:off x="10703108" y="532364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</p:spTree>
    <p:extLst>
      <p:ext uri="{BB962C8B-B14F-4D97-AF65-F5344CB8AC3E}">
        <p14:creationId xmlns:p14="http://schemas.microsoft.com/office/powerpoint/2010/main" val="2606528856"/>
      </p:ext>
    </p:extLst>
  </p:cSld>
  <p:clrMapOvr>
    <a:masterClrMapping/>
  </p:clrMapOvr>
  <p:transition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with Square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CC6E92E5-E859-445F-856B-33F974FA3AC2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gray">
          <a:xfrm>
            <a:off x="5334001" y="0"/>
            <a:ext cx="6858000" cy="685800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2103120" r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200" b="1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35C9167-B5C7-4834-AC78-240C8C3EF1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4" y="2262425"/>
            <a:ext cx="4158362" cy="861774"/>
          </a:xfrm>
        </p:spPr>
        <p:txBody>
          <a:bodyPr anchor="b"/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E780C89-4FC1-4FE7-AFCA-1C41A1B0944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84202" y="3535544"/>
            <a:ext cx="4162426" cy="2733497"/>
          </a:xfrm>
        </p:spPr>
        <p:txBody>
          <a:bodyPr>
            <a:normAutofit/>
          </a:bodyPr>
          <a:lstStyle>
            <a:lvl1pPr marL="0" indent="0">
              <a:buNone/>
              <a:defRPr sz="2200">
                <a:latin typeface="+mn-lt"/>
              </a:defRPr>
            </a:lvl1pPr>
            <a:lvl2pPr marL="228611" indent="0">
              <a:buNone/>
              <a:defRPr/>
            </a:lvl2pPr>
            <a:lvl3pPr marL="457223" indent="0">
              <a:buNone/>
              <a:defRPr/>
            </a:lvl3pPr>
            <a:lvl4pPr marL="662021" indent="0">
              <a:buNone/>
              <a:defRPr/>
            </a:lvl4pPr>
            <a:lvl5pPr marL="855706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308856586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pos="3360" userDrawn="1">
          <p15:clr>
            <a:srgbClr val="FBAE40"/>
          </p15:clr>
        </p15:guide>
        <p15:guide id="8" orient="horz" pos="2226" userDrawn="1">
          <p15:clr>
            <a:srgbClr val="5ACBF0"/>
          </p15:clr>
        </p15:guide>
        <p15:guide id="10" pos="3729" userDrawn="1">
          <p15:clr>
            <a:srgbClr val="C35EA4"/>
          </p15:clr>
        </p15:guide>
        <p15:guide id="11" pos="2993" userDrawn="1">
          <p15:clr>
            <a:srgbClr val="5ACBF0"/>
          </p15:clr>
        </p15:guide>
        <p15:guide id="12" pos="3543" userDrawn="1">
          <p15:clr>
            <a:srgbClr val="A4A3A4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duct/Feature - Square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2">
            <a:extLst>
              <a:ext uri="{FF2B5EF4-FFF2-40B4-BE49-F238E27FC236}">
                <a16:creationId xmlns:a16="http://schemas.microsoft.com/office/drawing/2014/main" id="{2091FAC0-2210-AA45-95A9-B6A721525D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38803" y="1028700"/>
            <a:ext cx="6259511" cy="914400"/>
          </a:xfrm>
        </p:spPr>
        <p:txBody>
          <a:bodyPr anchor="b"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E0B0D8E2-424A-CE45-AD48-F95CCAF11354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638803" y="2299447"/>
            <a:ext cx="6259511" cy="349119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CC6E92E5-E859-445F-856B-33F974FA3AC2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gray">
          <a:xfrm>
            <a:off x="293690" y="1043679"/>
            <a:ext cx="5040311" cy="4740089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720000" r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200" b="1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</p:spTree>
    <p:extLst>
      <p:ext uri="{BB962C8B-B14F-4D97-AF65-F5344CB8AC3E}">
        <p14:creationId xmlns:p14="http://schemas.microsoft.com/office/powerpoint/2010/main" val="2723914347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pos="3360" userDrawn="1">
          <p15:clr>
            <a:srgbClr val="FBAE40"/>
          </p15:clr>
        </p15:guide>
        <p15:guide id="6" orient="horz" pos="648" userDrawn="1">
          <p15:clr>
            <a:srgbClr val="5ACBF0"/>
          </p15:clr>
        </p15:guide>
        <p15:guide id="8" orient="horz" pos="3648" userDrawn="1">
          <p15:clr>
            <a:srgbClr val="5ACBF0"/>
          </p15:clr>
        </p15:guide>
        <p15:guide id="10" pos="3721" userDrawn="1">
          <p15:clr>
            <a:srgbClr val="C35EA4"/>
          </p15:clr>
        </p15:guide>
        <p15:guide id="11" pos="2993" userDrawn="1">
          <p15:clr>
            <a:srgbClr val="5ACBF0"/>
          </p15:clr>
        </p15:guide>
        <p15:guide id="12" pos="3552" userDrawn="1">
          <p15:clr>
            <a:srgbClr val="A4A3A4"/>
          </p15:clr>
        </p15:guide>
        <p15:guide id="14" orient="horz" pos="1440" userDrawn="1">
          <p15:clr>
            <a:srgbClr val="5ACBF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op Horizontal Photo an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E01E45-D858-46CB-8C37-2ADA7A8B4F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4" y="5497686"/>
            <a:ext cx="11018521" cy="430887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EB5B31F-7AD9-4BC6-8D61-62AD8011666E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gray">
          <a:xfrm>
            <a:off x="0" y="0"/>
            <a:ext cx="12192000" cy="457200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vert="horz" wrap="square" lIns="0" tIns="720000" rIns="0" bIns="0" rtlCol="0" anchor="t" anchorCtr="0">
            <a:noAutofit/>
          </a:bodyPr>
          <a:lstStyle>
            <a:lvl1pPr marL="0" indent="0" algn="ctr">
              <a:buNone/>
              <a:defRPr lang="en-US" sz="1200" b="1" dirty="0">
                <a:solidFill>
                  <a:srgbClr val="FFFFFF"/>
                </a:solidFill>
              </a:defRPr>
            </a:lvl1pPr>
          </a:lstStyle>
          <a:p>
            <a:pPr marL="228611" lvl="0" indent="-228611" algn="ctr"/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</p:spTree>
    <p:extLst>
      <p:ext uri="{BB962C8B-B14F-4D97-AF65-F5344CB8AC3E}">
        <p14:creationId xmlns:p14="http://schemas.microsoft.com/office/powerpoint/2010/main" val="337004939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5" orient="horz" pos="2880" userDrawn="1">
          <p15:clr>
            <a:srgbClr val="5ACBF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ttom Horizontal Photo an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5563AC-3A0B-4839-A9DC-F00E8E5411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4" y="927845"/>
            <a:ext cx="11018521" cy="430887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EB5B31F-7AD9-4BC6-8D61-62AD8011666E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gray">
          <a:xfrm>
            <a:off x="-2381" y="2286000"/>
            <a:ext cx="12192000" cy="457200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vert="horz" wrap="square" lIns="0" tIns="720000" rIns="0" bIns="0" rtlCol="0" anchor="t" anchorCtr="0">
            <a:noAutofit/>
          </a:bodyPr>
          <a:lstStyle>
            <a:lvl1pPr marL="0" indent="0" algn="ctr">
              <a:buNone/>
              <a:defRPr lang="en-US" sz="1200" b="1" dirty="0">
                <a:solidFill>
                  <a:srgbClr val="FFFFFF"/>
                </a:solidFill>
              </a:defRPr>
            </a:lvl1pPr>
          </a:lstStyle>
          <a:p>
            <a:pPr marL="228611" lvl="0" indent="-228611" algn="ctr"/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</p:spTree>
    <p:extLst>
      <p:ext uri="{BB962C8B-B14F-4D97-AF65-F5344CB8AC3E}">
        <p14:creationId xmlns:p14="http://schemas.microsoft.com/office/powerpoint/2010/main" val="33295567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5" orient="horz" pos="1440" userDrawn="1">
          <p15:clr>
            <a:srgbClr val="5ACBF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pictur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E833B58-0629-4A46-8711-902C16A9931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4200" y="5486403"/>
            <a:ext cx="5367529" cy="782639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2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231301F-62BD-4CF6-8990-CDF00AFC8CC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582612" y="1822077"/>
            <a:ext cx="5367529" cy="347472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vert="horz" wrap="square" lIns="0" tIns="720000" rIns="0" bIns="1188720" rtlCol="0" anchor="t" anchorCtr="0">
            <a:noAutofit/>
          </a:bodyPr>
          <a:lstStyle>
            <a:lvl1pPr marL="0" indent="0" algn="ctr">
              <a:buNone/>
              <a:defRPr lang="en-US" sz="1000" b="1" dirty="0">
                <a:solidFill>
                  <a:srgbClr val="FFFFFF"/>
                </a:solidFill>
              </a:defRPr>
            </a:lvl1pPr>
          </a:lstStyle>
          <a:p>
            <a:pPr marL="228611" lvl="0" indent="-228611" algn="ctr"/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05B401B2-8D93-427E-90A4-52337B3965E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241860" y="5486403"/>
            <a:ext cx="5367529" cy="782639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2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223C820-5673-4288-A9D6-185A95066B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gray">
          <a:xfrm>
            <a:off x="6239256" y="1822077"/>
            <a:ext cx="5367529" cy="347472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vert="horz" wrap="square" lIns="0" tIns="720000" rIns="0" bIns="1188720" rtlCol="0" anchor="t" anchorCtr="0">
            <a:noAutofit/>
          </a:bodyPr>
          <a:lstStyle>
            <a:lvl1pPr marL="0" indent="0" algn="ctr">
              <a:buNone/>
              <a:defRPr lang="en-US" sz="1000" b="1" dirty="0">
                <a:solidFill>
                  <a:srgbClr val="FFFFFF"/>
                </a:solidFill>
              </a:defRPr>
            </a:lvl1pPr>
          </a:lstStyle>
          <a:p>
            <a:pPr marL="228611" lvl="0" indent="-228611" algn="ctr"/>
            <a:r>
              <a:rPr lang="en-US" dirty="0"/>
              <a:t>Drag and drop your photo here</a:t>
            </a:r>
            <a:br>
              <a:rPr lang="en-US" dirty="0"/>
            </a:br>
            <a:r>
              <a:rPr lang="en-US" dirty="0"/>
              <a:t>or click or tap icon below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EE6852B-EA48-4DA0-85C5-B2B1A90798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83976029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3456" userDrawn="1">
          <p15:clr>
            <a:srgbClr val="5ACBF0"/>
          </p15:clr>
        </p15:guide>
        <p15:guide id="6" pos="3749" userDrawn="1">
          <p15:clr>
            <a:srgbClr val="5ACBF0"/>
          </p15:clr>
        </p15:guide>
        <p15:guide id="7" pos="3931" userDrawn="1">
          <p15:clr>
            <a:srgbClr val="5ACBF0"/>
          </p15:clr>
        </p15:guide>
        <p15:guide id="8" orient="horz" pos="1139" userDrawn="1">
          <p15:clr>
            <a:srgbClr val="5ACBF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pictur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E833B58-0629-4A46-8711-902C16A9931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2614" y="5486400"/>
            <a:ext cx="3475037" cy="782638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buNone/>
              <a:defRPr sz="18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231301F-62BD-4CF6-8990-CDF00AFC8CC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582612" y="1815353"/>
            <a:ext cx="3474720" cy="347472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720000" rIns="0" bIns="100584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050" b="1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7E8A9C08-F392-459F-B90B-EDBF4A830C55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358640" y="5486400"/>
            <a:ext cx="3475037" cy="782638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buNone/>
              <a:defRPr sz="18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E401A97-B3D4-43E4-9B09-8AD4B6B26068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4358640" y="1815353"/>
            <a:ext cx="3474720" cy="347472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720000" rIns="0" bIns="100584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050" b="1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05B401B2-8D93-427E-90A4-52337B3965E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8134351" y="5486400"/>
            <a:ext cx="3475037" cy="782638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buNone/>
              <a:defRPr sz="18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223C820-5673-4288-A9D6-185A95066B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gray">
          <a:xfrm>
            <a:off x="8132063" y="1815353"/>
            <a:ext cx="3474720" cy="347472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720000" rIns="0" bIns="100584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050" b="1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D682FBC-A5FE-4949-90A0-2C7AE294D7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61312278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3456" userDrawn="1">
          <p15:clr>
            <a:srgbClr val="5ACBF0"/>
          </p15:clr>
        </p15:guide>
        <p15:guide id="6" pos="2557" userDrawn="1">
          <p15:clr>
            <a:srgbClr val="5ACBF0"/>
          </p15:clr>
        </p15:guide>
        <p15:guide id="7" pos="2745" userDrawn="1">
          <p15:clr>
            <a:srgbClr val="5ACBF0"/>
          </p15:clr>
        </p15:guide>
        <p15:guide id="8" pos="4937" userDrawn="1">
          <p15:clr>
            <a:srgbClr val="5ACBF0"/>
          </p15:clr>
        </p15:guide>
        <p15:guide id="9" pos="5124" userDrawn="1">
          <p15:clr>
            <a:srgbClr val="5ACBF0"/>
          </p15:clr>
        </p15:guide>
        <p15:guide id="10" orient="horz" pos="1139" userDrawn="1">
          <p15:clr>
            <a:srgbClr val="5ACBF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 with heading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A0F91C1-B794-4B3E-A261-364FE477132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84202" y="2024067"/>
            <a:ext cx="3475037" cy="307777"/>
          </a:xfrm>
        </p:spPr>
        <p:txBody>
          <a:bodyPr/>
          <a:lstStyle>
            <a:lvl1pPr marL="0" indent="0">
              <a:buNone/>
              <a:defRPr sz="2000" b="1"/>
            </a:lvl1pPr>
            <a:lvl2pPr marL="0" indent="0">
              <a:buNone/>
              <a:defRPr sz="2000" b="1"/>
            </a:lvl2pPr>
            <a:lvl3pPr marL="0" indent="0">
              <a:buNone/>
              <a:defRPr sz="2000" b="1"/>
            </a:lvl3pPr>
            <a:lvl4pPr marL="0" indent="0">
              <a:buNone/>
              <a:defRPr sz="2000" b="1"/>
            </a:lvl4pPr>
            <a:lvl5pPr marL="0" indent="0">
              <a:buNone/>
              <a:defRPr sz="2000" b="1"/>
            </a:lvl5pPr>
          </a:lstStyle>
          <a:p>
            <a:pPr lvl="0"/>
            <a:r>
              <a:rPr lang="en-US" dirty="0"/>
              <a:t>Click to edit heading 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2047671E-2E0A-4489-899C-1D6A3B35222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84201" y="2611569"/>
            <a:ext cx="479620" cy="54000"/>
          </a:xfrm>
          <a:solidFill>
            <a:schemeClr val="bg2"/>
          </a:solidFill>
        </p:spPr>
        <p:txBody>
          <a:bodyPr/>
          <a:lstStyle>
            <a:lvl1pPr marL="0" indent="0">
              <a:buNone/>
              <a:defRPr sz="100"/>
            </a:lvl1pPr>
            <a:lvl2pPr marL="0" indent="0">
              <a:buNone/>
              <a:defRPr sz="100"/>
            </a:lvl2pPr>
            <a:lvl3pPr marL="0" indent="0">
              <a:buNone/>
              <a:defRPr sz="100"/>
            </a:lvl3pPr>
            <a:lvl4pPr marL="0" indent="0">
              <a:buNone/>
              <a:defRPr sz="100"/>
            </a:lvl4pPr>
            <a:lvl5pPr marL="0" indent="0">
              <a:buNone/>
              <a:defRPr sz="100"/>
            </a:lvl5pPr>
          </a:lstStyle>
          <a:p>
            <a:pPr lvl="0"/>
            <a:r>
              <a:rPr lang="en-GB" dirty="0"/>
              <a:t> </a:t>
            </a:r>
          </a:p>
        </p:txBody>
      </p:sp>
      <p:sp>
        <p:nvSpPr>
          <p:cNvPr id="17" name="Content Placeholder 16">
            <a:extLst>
              <a:ext uri="{FF2B5EF4-FFF2-40B4-BE49-F238E27FC236}">
                <a16:creationId xmlns:a16="http://schemas.microsoft.com/office/drawing/2014/main" id="{D194322E-67FD-4731-91FC-9B5B2B3A5FE6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84201" y="2945298"/>
            <a:ext cx="3475037" cy="2788752"/>
          </a:xfrm>
        </p:spPr>
        <p:txBody>
          <a:bodyPr/>
          <a:lstStyle>
            <a:lvl1pPr>
              <a:defRPr sz="1000"/>
            </a:lvl1pPr>
            <a:lvl2pPr>
              <a:defRPr sz="1000"/>
            </a:lvl2pPr>
            <a:lvl3pPr>
              <a:defRPr sz="8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32968B98-448E-47A5-B9E2-F68A957DA80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56102" y="2024067"/>
            <a:ext cx="3475037" cy="307777"/>
          </a:xfrm>
        </p:spPr>
        <p:txBody>
          <a:bodyPr/>
          <a:lstStyle>
            <a:lvl1pPr marL="0" indent="0">
              <a:buNone/>
              <a:defRPr sz="2000" b="1"/>
            </a:lvl1pPr>
            <a:lvl2pPr marL="0" indent="0">
              <a:buNone/>
              <a:defRPr sz="2000" b="1"/>
            </a:lvl2pPr>
            <a:lvl3pPr marL="0" indent="0">
              <a:buNone/>
              <a:defRPr sz="2000" b="1"/>
            </a:lvl3pPr>
            <a:lvl4pPr marL="0" indent="0">
              <a:buNone/>
              <a:defRPr sz="2000" b="1"/>
            </a:lvl4pPr>
            <a:lvl5pPr marL="0" indent="0">
              <a:buNone/>
              <a:defRPr sz="2000" b="1"/>
            </a:lvl5pPr>
          </a:lstStyle>
          <a:p>
            <a:pPr lvl="0"/>
            <a:r>
              <a:rPr lang="en-US" dirty="0"/>
              <a:t>Click to edit heading </a:t>
            </a:r>
            <a:endParaRPr lang="en-GB" dirty="0"/>
          </a:p>
        </p:txBody>
      </p:sp>
      <p:sp>
        <p:nvSpPr>
          <p:cNvPr id="19" name="Text Placeholder 6">
            <a:extLst>
              <a:ext uri="{FF2B5EF4-FFF2-40B4-BE49-F238E27FC236}">
                <a16:creationId xmlns:a16="http://schemas.microsoft.com/office/drawing/2014/main" id="{A09AF88B-94B0-4951-950E-0E653257298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56101" y="2611569"/>
            <a:ext cx="479620" cy="54000"/>
          </a:xfrm>
          <a:solidFill>
            <a:schemeClr val="bg2"/>
          </a:solidFill>
        </p:spPr>
        <p:txBody>
          <a:bodyPr/>
          <a:lstStyle>
            <a:lvl1pPr marL="0" indent="0">
              <a:buNone/>
              <a:defRPr sz="100"/>
            </a:lvl1pPr>
            <a:lvl2pPr marL="0" indent="0">
              <a:buNone/>
              <a:defRPr sz="100"/>
            </a:lvl2pPr>
            <a:lvl3pPr marL="0" indent="0">
              <a:buNone/>
              <a:defRPr sz="100"/>
            </a:lvl3pPr>
            <a:lvl4pPr marL="0" indent="0">
              <a:buNone/>
              <a:defRPr sz="100"/>
            </a:lvl4pPr>
            <a:lvl5pPr marL="0" indent="0">
              <a:buNone/>
              <a:defRPr sz="100"/>
            </a:lvl5pPr>
          </a:lstStyle>
          <a:p>
            <a:pPr lvl="0"/>
            <a:r>
              <a:rPr lang="en-GB" dirty="0"/>
              <a:t> </a:t>
            </a:r>
          </a:p>
        </p:txBody>
      </p:sp>
      <p:sp>
        <p:nvSpPr>
          <p:cNvPr id="20" name="Content Placeholder 16">
            <a:extLst>
              <a:ext uri="{FF2B5EF4-FFF2-40B4-BE49-F238E27FC236}">
                <a16:creationId xmlns:a16="http://schemas.microsoft.com/office/drawing/2014/main" id="{1DFDCCC0-C216-43D7-9899-005148CAC5B0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356102" y="2945298"/>
            <a:ext cx="3475037" cy="2788752"/>
          </a:xfrm>
        </p:spPr>
        <p:txBody>
          <a:bodyPr/>
          <a:lstStyle>
            <a:lvl1pPr>
              <a:defRPr sz="1000"/>
            </a:lvl1pPr>
            <a:lvl2pPr>
              <a:defRPr sz="1000"/>
            </a:lvl2pPr>
            <a:lvl3pPr>
              <a:defRPr sz="8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2841B3CC-F651-426F-BDBF-9505DCD7F92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128002" y="2029782"/>
            <a:ext cx="3475037" cy="307777"/>
          </a:xfrm>
        </p:spPr>
        <p:txBody>
          <a:bodyPr/>
          <a:lstStyle>
            <a:lvl1pPr marL="0" indent="0">
              <a:buNone/>
              <a:defRPr sz="2000" b="1"/>
            </a:lvl1pPr>
            <a:lvl2pPr marL="0" indent="0">
              <a:buNone/>
              <a:defRPr sz="2000" b="1"/>
            </a:lvl2pPr>
            <a:lvl3pPr marL="0" indent="0">
              <a:buNone/>
              <a:defRPr sz="2000" b="1"/>
            </a:lvl3pPr>
            <a:lvl4pPr marL="0" indent="0">
              <a:buNone/>
              <a:defRPr sz="2000" b="1"/>
            </a:lvl4pPr>
            <a:lvl5pPr marL="0" indent="0">
              <a:buNone/>
              <a:defRPr sz="2000" b="1"/>
            </a:lvl5pPr>
          </a:lstStyle>
          <a:p>
            <a:pPr lvl="0"/>
            <a:r>
              <a:rPr lang="en-US" dirty="0"/>
              <a:t>Click to edit heading </a:t>
            </a:r>
            <a:endParaRPr lang="en-GB" dirty="0"/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0B321F9A-F25D-4EEF-BA80-BFBD772AAC7E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128002" y="2617284"/>
            <a:ext cx="479620" cy="54000"/>
          </a:xfrm>
          <a:solidFill>
            <a:schemeClr val="bg2"/>
          </a:solidFill>
        </p:spPr>
        <p:txBody>
          <a:bodyPr/>
          <a:lstStyle>
            <a:lvl1pPr marL="0" indent="0">
              <a:buNone/>
              <a:defRPr sz="100"/>
            </a:lvl1pPr>
            <a:lvl2pPr marL="0" indent="0">
              <a:buNone/>
              <a:defRPr sz="100"/>
            </a:lvl2pPr>
            <a:lvl3pPr marL="0" indent="0">
              <a:buNone/>
              <a:defRPr sz="100"/>
            </a:lvl3pPr>
            <a:lvl4pPr marL="0" indent="0">
              <a:buNone/>
              <a:defRPr sz="100"/>
            </a:lvl4pPr>
            <a:lvl5pPr marL="0" indent="0">
              <a:buNone/>
              <a:defRPr sz="100"/>
            </a:lvl5pPr>
          </a:lstStyle>
          <a:p>
            <a:pPr lvl="0"/>
            <a:r>
              <a:rPr lang="en-GB" dirty="0"/>
              <a:t> </a:t>
            </a:r>
          </a:p>
        </p:txBody>
      </p:sp>
      <p:sp>
        <p:nvSpPr>
          <p:cNvPr id="23" name="Content Placeholder 16">
            <a:extLst>
              <a:ext uri="{FF2B5EF4-FFF2-40B4-BE49-F238E27FC236}">
                <a16:creationId xmlns:a16="http://schemas.microsoft.com/office/drawing/2014/main" id="{7324DA3D-8837-4E90-8B42-BC383F017C2B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8128000" y="2951013"/>
            <a:ext cx="3475037" cy="2788752"/>
          </a:xfrm>
        </p:spPr>
        <p:txBody>
          <a:bodyPr/>
          <a:lstStyle>
            <a:lvl1pPr>
              <a:defRPr sz="1000"/>
            </a:lvl1pPr>
            <a:lvl2pPr>
              <a:defRPr sz="1000"/>
            </a:lvl2pPr>
            <a:lvl3pPr>
              <a:defRPr sz="8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CC2C5B4-0CEA-48E6-9BA2-F8B9CA5BE0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568486435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3612" userDrawn="1">
          <p15:clr>
            <a:srgbClr val="5ACBF0"/>
          </p15:clr>
        </p15:guide>
        <p15:guide id="6" pos="2557" userDrawn="1">
          <p15:clr>
            <a:srgbClr val="5ACBF0"/>
          </p15:clr>
        </p15:guide>
        <p15:guide id="7" pos="2745" userDrawn="1">
          <p15:clr>
            <a:srgbClr val="5ACBF0"/>
          </p15:clr>
        </p15:guide>
        <p15:guide id="8" pos="4937" userDrawn="1">
          <p15:clr>
            <a:srgbClr val="5ACBF0"/>
          </p15:clr>
        </p15:guide>
        <p15:guide id="9" pos="5124" userDrawn="1">
          <p15:clr>
            <a:srgbClr val="5ACBF0"/>
          </p15:clr>
        </p15:guide>
        <p15:guide id="10" orient="horz" pos="1842" userDrawn="1">
          <p15:clr>
            <a:srgbClr val="5ACBF0"/>
          </p15:clr>
        </p15:guide>
        <p15:guide id="11" orient="horz" pos="1275" userDrawn="1">
          <p15:clr>
            <a:srgbClr val="5ACBF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Produc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0CA3A818-AA31-4BF6-A4C4-C805CCA29124}"/>
              </a:ext>
            </a:extLst>
          </p:cNvPr>
          <p:cNvSpPr/>
          <p:nvPr userDrawn="1"/>
        </p:nvSpPr>
        <p:spPr>
          <a:xfrm>
            <a:off x="588388" y="1361256"/>
            <a:ext cx="3473857" cy="4297680"/>
          </a:xfrm>
          <a:prstGeom prst="rect">
            <a:avLst/>
          </a:prstGeom>
          <a:solidFill>
            <a:srgbClr val="19181C"/>
          </a:solidFill>
          <a:ln w="254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4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35" name="Text Placeholder 3">
            <a:extLst>
              <a:ext uri="{FF2B5EF4-FFF2-40B4-BE49-F238E27FC236}">
                <a16:creationId xmlns:a16="http://schemas.microsoft.com/office/drawing/2014/main" id="{7B003B0A-786C-4C57-B303-7A366B39C7DD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85218" y="1304926"/>
            <a:ext cx="3473857" cy="690444"/>
          </a:xfrm>
          <a:solidFill>
            <a:srgbClr val="242428"/>
          </a:solidFill>
        </p:spPr>
        <p:txBody>
          <a:bodyPr lIns="72000" tIns="72000" rIns="72000" bIns="72000" anchor="ctr" anchorCtr="0">
            <a:noAutofit/>
          </a:bodyPr>
          <a:lstStyle>
            <a:lvl1pPr marL="0" indent="0" algn="ctr">
              <a:buNone/>
              <a:defRPr sz="1800" b="1">
                <a:solidFill>
                  <a:schemeClr val="bg1"/>
                </a:solidFill>
              </a:defRPr>
            </a:lvl1pPr>
            <a:lvl2pPr marL="0" indent="0" algn="ctr">
              <a:buNone/>
              <a:defRPr sz="1800" b="1">
                <a:solidFill>
                  <a:schemeClr val="bg1"/>
                </a:solidFill>
              </a:defRPr>
            </a:lvl2pPr>
            <a:lvl3pPr marL="0" indent="0" algn="ctr">
              <a:buNone/>
              <a:defRPr sz="1800" b="1">
                <a:solidFill>
                  <a:schemeClr val="bg1"/>
                </a:solidFill>
              </a:defRPr>
            </a:lvl3pPr>
            <a:lvl4pPr marL="0" indent="0" algn="ctr">
              <a:buNone/>
              <a:defRPr sz="1800" b="1">
                <a:solidFill>
                  <a:schemeClr val="bg1"/>
                </a:solidFill>
              </a:defRPr>
            </a:lvl4pPr>
            <a:lvl5pPr marL="0" indent="0" algn="ctr">
              <a:buNone/>
              <a:defRPr sz="18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heading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83C52E2-057A-4B53-8F31-B05DF775242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816556" y="3898077"/>
            <a:ext cx="3017520" cy="1598666"/>
          </a:xfrm>
        </p:spPr>
        <p:txBody>
          <a:bodyPr>
            <a:noAutofit/>
          </a:bodyPr>
          <a:lstStyle>
            <a:lvl1pPr>
              <a:defRPr sz="1400">
                <a:solidFill>
                  <a:schemeClr val="bg1"/>
                </a:solidFill>
              </a:defRPr>
            </a:lvl1pPr>
            <a:lvl2pPr>
              <a:defRPr sz="1200">
                <a:solidFill>
                  <a:schemeClr val="bg1"/>
                </a:solidFill>
              </a:defRPr>
            </a:lvl2pPr>
            <a:lvl3pPr>
              <a:defRPr sz="1050">
                <a:solidFill>
                  <a:schemeClr val="bg1"/>
                </a:solidFill>
              </a:defRPr>
            </a:lvl3pPr>
            <a:lvl4pPr>
              <a:defRPr sz="1000">
                <a:solidFill>
                  <a:schemeClr val="bg1"/>
                </a:solidFill>
              </a:defRPr>
            </a:lvl4pPr>
            <a:lvl5pPr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5D58E01-097F-41EB-809A-E7059986FF1B}"/>
              </a:ext>
            </a:extLst>
          </p:cNvPr>
          <p:cNvSpPr/>
          <p:nvPr userDrawn="1"/>
        </p:nvSpPr>
        <p:spPr bwMode="auto">
          <a:xfrm>
            <a:off x="588388" y="2001337"/>
            <a:ext cx="3473857" cy="1737360"/>
          </a:xfrm>
          <a:prstGeom prst="rect">
            <a:avLst/>
          </a:prstGeom>
          <a:gradFill flip="none" rotWithShape="1">
            <a:gsLst>
              <a:gs pos="100000">
                <a:srgbClr val="8D8C95">
                  <a:alpha val="2745"/>
                </a:srgbClr>
              </a:gs>
              <a:gs pos="0">
                <a:srgbClr val="8D8C95">
                  <a:alpha val="12941"/>
                </a:srgbClr>
              </a:gs>
            </a:gsLst>
            <a:lin ang="16200000" scaled="1"/>
            <a:tileRect/>
          </a:gradFill>
          <a:ln w="6350"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32519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>
              <a:ln>
                <a:noFill/>
              </a:ln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ffectLst/>
              <a:uLnTx/>
              <a:uFillTx/>
              <a:latin typeface="Arial" panose="020B0604020202020204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231301F-62BD-4CF6-8990-CDF00AFC8CC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816556" y="2166689"/>
            <a:ext cx="3017520" cy="1394729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180000" rIns="0" bIns="10058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 b="1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EEE3E95-B158-4C86-84DF-A9A13E023DB6}"/>
              </a:ext>
            </a:extLst>
          </p:cNvPr>
          <p:cNvSpPr/>
          <p:nvPr userDrawn="1"/>
        </p:nvSpPr>
        <p:spPr>
          <a:xfrm>
            <a:off x="4359073" y="1361256"/>
            <a:ext cx="3473857" cy="4297680"/>
          </a:xfrm>
          <a:prstGeom prst="rect">
            <a:avLst/>
          </a:prstGeom>
          <a:solidFill>
            <a:srgbClr val="19181C"/>
          </a:solidFill>
          <a:ln w="254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4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26" name="Text Placeholder 6">
            <a:extLst>
              <a:ext uri="{FF2B5EF4-FFF2-40B4-BE49-F238E27FC236}">
                <a16:creationId xmlns:a16="http://schemas.microsoft.com/office/drawing/2014/main" id="{721E2461-F046-4629-B68B-D8EE0ED76B5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587240" y="3898077"/>
            <a:ext cx="3017520" cy="1598666"/>
          </a:xfrm>
        </p:spPr>
        <p:txBody>
          <a:bodyPr>
            <a:noAutofit/>
          </a:bodyPr>
          <a:lstStyle>
            <a:lvl1pPr>
              <a:defRPr sz="1400">
                <a:solidFill>
                  <a:schemeClr val="bg1"/>
                </a:solidFill>
              </a:defRPr>
            </a:lvl1pPr>
            <a:lvl2pPr>
              <a:defRPr sz="1200">
                <a:solidFill>
                  <a:schemeClr val="bg1"/>
                </a:solidFill>
              </a:defRPr>
            </a:lvl2pPr>
            <a:lvl3pPr>
              <a:defRPr sz="1050">
                <a:solidFill>
                  <a:schemeClr val="bg1"/>
                </a:solidFill>
              </a:defRPr>
            </a:lvl3pPr>
            <a:lvl4pPr>
              <a:defRPr sz="1000">
                <a:solidFill>
                  <a:schemeClr val="bg1"/>
                </a:solidFill>
              </a:defRPr>
            </a:lvl4pPr>
            <a:lvl5pPr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2F76B0EA-9AD2-41EB-ADA3-35F181847420}"/>
              </a:ext>
            </a:extLst>
          </p:cNvPr>
          <p:cNvSpPr/>
          <p:nvPr userDrawn="1"/>
        </p:nvSpPr>
        <p:spPr bwMode="auto">
          <a:xfrm>
            <a:off x="4359073" y="2001337"/>
            <a:ext cx="3473857" cy="1737360"/>
          </a:xfrm>
          <a:prstGeom prst="rect">
            <a:avLst/>
          </a:prstGeom>
          <a:gradFill flip="none" rotWithShape="1">
            <a:gsLst>
              <a:gs pos="100000">
                <a:srgbClr val="8D8C95">
                  <a:alpha val="2745"/>
                </a:srgbClr>
              </a:gs>
              <a:gs pos="0">
                <a:srgbClr val="8D8C95">
                  <a:alpha val="12941"/>
                </a:srgbClr>
              </a:gs>
            </a:gsLst>
            <a:lin ang="16200000" scaled="1"/>
            <a:tileRect/>
          </a:gradFill>
          <a:ln w="6350"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32519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>
              <a:ln>
                <a:noFill/>
              </a:ln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ffectLst/>
              <a:uLnTx/>
              <a:uFillTx/>
              <a:latin typeface="Arial" panose="020B0604020202020204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2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D6D6B7E8-8355-48AE-AA16-7F356A160BC0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 bwMode="gray">
          <a:xfrm>
            <a:off x="4587240" y="2166689"/>
            <a:ext cx="3017520" cy="1394729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180000" rIns="0" bIns="10058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 b="1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6D0F26A8-11EC-43E1-8523-7B0228D9735B}"/>
              </a:ext>
            </a:extLst>
          </p:cNvPr>
          <p:cNvSpPr/>
          <p:nvPr userDrawn="1"/>
        </p:nvSpPr>
        <p:spPr>
          <a:xfrm>
            <a:off x="8129757" y="1355289"/>
            <a:ext cx="3473857" cy="4297680"/>
          </a:xfrm>
          <a:prstGeom prst="rect">
            <a:avLst/>
          </a:prstGeom>
          <a:solidFill>
            <a:srgbClr val="19181C"/>
          </a:solidFill>
          <a:ln w="254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4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32" name="Text Placeholder 6">
            <a:extLst>
              <a:ext uri="{FF2B5EF4-FFF2-40B4-BE49-F238E27FC236}">
                <a16:creationId xmlns:a16="http://schemas.microsoft.com/office/drawing/2014/main" id="{B08E5BD0-8E67-461B-B922-64413A6BE117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8357924" y="3892110"/>
            <a:ext cx="3017520" cy="1598666"/>
          </a:xfrm>
        </p:spPr>
        <p:txBody>
          <a:bodyPr>
            <a:noAutofit/>
          </a:bodyPr>
          <a:lstStyle>
            <a:lvl1pPr>
              <a:defRPr sz="1400">
                <a:solidFill>
                  <a:schemeClr val="bg1"/>
                </a:solidFill>
              </a:defRPr>
            </a:lvl1pPr>
            <a:lvl2pPr>
              <a:defRPr sz="1200">
                <a:solidFill>
                  <a:schemeClr val="bg1"/>
                </a:solidFill>
              </a:defRPr>
            </a:lvl2pPr>
            <a:lvl3pPr>
              <a:defRPr sz="1050">
                <a:solidFill>
                  <a:schemeClr val="bg1"/>
                </a:solidFill>
              </a:defRPr>
            </a:lvl3pPr>
            <a:lvl4pPr>
              <a:defRPr sz="1000">
                <a:solidFill>
                  <a:schemeClr val="bg1"/>
                </a:solidFill>
              </a:defRPr>
            </a:lvl4pPr>
            <a:lvl5pPr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2A17C328-65EC-49F9-96BC-655F5BDAE853}"/>
              </a:ext>
            </a:extLst>
          </p:cNvPr>
          <p:cNvSpPr/>
          <p:nvPr userDrawn="1"/>
        </p:nvSpPr>
        <p:spPr bwMode="auto">
          <a:xfrm>
            <a:off x="8129757" y="1995370"/>
            <a:ext cx="3473857" cy="1737360"/>
          </a:xfrm>
          <a:prstGeom prst="rect">
            <a:avLst/>
          </a:prstGeom>
          <a:gradFill flip="none" rotWithShape="1">
            <a:gsLst>
              <a:gs pos="100000">
                <a:srgbClr val="8D8C95">
                  <a:alpha val="2745"/>
                </a:srgbClr>
              </a:gs>
              <a:gs pos="0">
                <a:srgbClr val="8D8C95">
                  <a:alpha val="12941"/>
                </a:srgbClr>
              </a:gs>
            </a:gsLst>
            <a:lin ang="16200000" scaled="1"/>
            <a:tileRect/>
          </a:gradFill>
          <a:ln w="6350"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32519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>
              <a:ln>
                <a:noFill/>
              </a:ln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ffectLst/>
              <a:uLnTx/>
              <a:uFillTx/>
              <a:latin typeface="Arial" panose="020B0604020202020204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3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9E0EE21D-2571-4587-82C6-AF23D68068EF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 bwMode="gray">
          <a:xfrm>
            <a:off x="8357924" y="2160722"/>
            <a:ext cx="3017520" cy="1394729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180000" rIns="0" bIns="10058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 b="1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AA714D4-57F9-4476-BAC0-86F4ED06D1EB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588382" y="5812349"/>
            <a:ext cx="11015231" cy="487868"/>
          </a:xfrm>
        </p:spPr>
        <p:txBody>
          <a:bodyPr anchor="ctr" anchorCtr="0">
            <a:noAutofit/>
          </a:bodyPr>
          <a:lstStyle>
            <a:lvl1pPr marL="0" indent="0" algn="ctr">
              <a:buNone/>
              <a:defRPr sz="2800"/>
            </a:lvl1pPr>
            <a:lvl2pPr marL="0" indent="0" algn="ctr">
              <a:buNone/>
              <a:defRPr sz="2800"/>
            </a:lvl2pPr>
            <a:lvl3pPr marL="0" indent="0" algn="ctr">
              <a:buNone/>
              <a:defRPr sz="2800"/>
            </a:lvl3pPr>
            <a:lvl4pPr marL="0" indent="0" algn="ctr">
              <a:buNone/>
              <a:defRPr sz="2800"/>
            </a:lvl4pPr>
            <a:lvl5pPr marL="0" indent="0" algn="ctr">
              <a:buNone/>
              <a:defRPr sz="2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36" name="Text Placeholder 3">
            <a:extLst>
              <a:ext uri="{FF2B5EF4-FFF2-40B4-BE49-F238E27FC236}">
                <a16:creationId xmlns:a16="http://schemas.microsoft.com/office/drawing/2014/main" id="{82B82D46-6BE4-4842-99AA-5D585A8411A9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355902" y="1304926"/>
            <a:ext cx="3473857" cy="690444"/>
          </a:xfrm>
          <a:solidFill>
            <a:srgbClr val="242428"/>
          </a:solidFill>
        </p:spPr>
        <p:txBody>
          <a:bodyPr lIns="72000" tIns="72000" rIns="72000" bIns="72000" anchor="ctr" anchorCtr="0">
            <a:noAutofit/>
          </a:bodyPr>
          <a:lstStyle>
            <a:lvl1pPr marL="0" indent="0" algn="ctr">
              <a:buNone/>
              <a:defRPr sz="1800" b="1">
                <a:solidFill>
                  <a:schemeClr val="bg1"/>
                </a:solidFill>
              </a:defRPr>
            </a:lvl1pPr>
            <a:lvl2pPr marL="0" indent="0" algn="ctr">
              <a:buNone/>
              <a:defRPr sz="1800" b="1">
                <a:solidFill>
                  <a:schemeClr val="bg1"/>
                </a:solidFill>
              </a:defRPr>
            </a:lvl2pPr>
            <a:lvl3pPr marL="0" indent="0" algn="ctr">
              <a:buNone/>
              <a:defRPr sz="1800" b="1">
                <a:solidFill>
                  <a:schemeClr val="bg1"/>
                </a:solidFill>
              </a:defRPr>
            </a:lvl3pPr>
            <a:lvl4pPr marL="0" indent="0" algn="ctr">
              <a:buNone/>
              <a:defRPr sz="1800" b="1">
                <a:solidFill>
                  <a:schemeClr val="bg1"/>
                </a:solidFill>
              </a:defRPr>
            </a:lvl4pPr>
            <a:lvl5pPr marL="0" indent="0" algn="ctr">
              <a:buNone/>
              <a:defRPr sz="18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heading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7" name="Text Placeholder 3">
            <a:extLst>
              <a:ext uri="{FF2B5EF4-FFF2-40B4-BE49-F238E27FC236}">
                <a16:creationId xmlns:a16="http://schemas.microsoft.com/office/drawing/2014/main" id="{2921C6F5-BAE0-41B0-A919-ABDAF35DADBC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8132926" y="1304926"/>
            <a:ext cx="3473857" cy="690444"/>
          </a:xfrm>
          <a:solidFill>
            <a:srgbClr val="242428"/>
          </a:solidFill>
        </p:spPr>
        <p:txBody>
          <a:bodyPr lIns="72000" tIns="72000" rIns="72000" bIns="72000" anchor="ctr" anchorCtr="0">
            <a:noAutofit/>
          </a:bodyPr>
          <a:lstStyle>
            <a:lvl1pPr marL="0" indent="0" algn="ctr">
              <a:buNone/>
              <a:defRPr sz="1800" b="1">
                <a:solidFill>
                  <a:schemeClr val="bg1"/>
                </a:solidFill>
              </a:defRPr>
            </a:lvl1pPr>
            <a:lvl2pPr marL="0" indent="0" algn="ctr">
              <a:buNone/>
              <a:defRPr sz="1800" b="1">
                <a:solidFill>
                  <a:schemeClr val="bg1"/>
                </a:solidFill>
              </a:defRPr>
            </a:lvl2pPr>
            <a:lvl3pPr marL="0" indent="0" algn="ctr">
              <a:buNone/>
              <a:defRPr sz="1800" b="1">
                <a:solidFill>
                  <a:schemeClr val="bg1"/>
                </a:solidFill>
              </a:defRPr>
            </a:lvl3pPr>
            <a:lvl4pPr marL="0" indent="0" algn="ctr">
              <a:buNone/>
              <a:defRPr sz="1800" b="1">
                <a:solidFill>
                  <a:schemeClr val="bg1"/>
                </a:solidFill>
              </a:defRPr>
            </a:lvl4pPr>
            <a:lvl5pPr marL="0" indent="0" algn="ctr">
              <a:buNone/>
              <a:defRPr sz="18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heading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8" name="Title 1">
            <a:extLst>
              <a:ext uri="{FF2B5EF4-FFF2-40B4-BE49-F238E27FC236}">
                <a16:creationId xmlns:a16="http://schemas.microsoft.com/office/drawing/2014/main" id="{3C91994A-3654-4C3E-A312-4B73609F51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4" y="591793"/>
            <a:ext cx="11018521" cy="430887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7005379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2557" userDrawn="1">
          <p15:clr>
            <a:srgbClr val="5ACBF0"/>
          </p15:clr>
        </p15:guide>
        <p15:guide id="7" pos="2745" userDrawn="1">
          <p15:clr>
            <a:srgbClr val="5ACBF0"/>
          </p15:clr>
        </p15:guide>
        <p15:guide id="8" pos="4937" userDrawn="1">
          <p15:clr>
            <a:srgbClr val="5ACBF0"/>
          </p15:clr>
        </p15:guide>
        <p15:guide id="9" pos="5124" userDrawn="1">
          <p15:clr>
            <a:srgbClr val="5ACBF0"/>
          </p15:clr>
        </p15:guide>
        <p15:guide id="10" orient="horz" pos="822" userDrawn="1">
          <p15:clr>
            <a:srgbClr val="5ACBF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pictur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E833B58-0629-4A46-8711-902C16A9931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2613" y="4543644"/>
            <a:ext cx="2532889" cy="1725397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16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231301F-62BD-4CF6-8990-CDF00AFC8CC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582612" y="1815353"/>
            <a:ext cx="2532889" cy="2532888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360000" rIns="0" b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000" b="1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7E8A9C08-F392-459F-B90B-EDBF4A830C55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413908" y="4543644"/>
            <a:ext cx="2532889" cy="1725397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16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E401A97-B3D4-43E4-9B09-8AD4B6B26068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3413908" y="1815353"/>
            <a:ext cx="2532889" cy="2532888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360000" rIns="0" b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000" b="1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05B401B2-8D93-427E-90A4-52337B3965E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245204" y="4543644"/>
            <a:ext cx="2532889" cy="1725397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16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223C820-5673-4288-A9D6-185A95066B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gray">
          <a:xfrm>
            <a:off x="6245204" y="1815353"/>
            <a:ext cx="2532889" cy="2532888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360000" rIns="0" b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000" b="1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38E883C1-8203-4549-AF30-B96AEC45AC68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9076500" y="4543644"/>
            <a:ext cx="2532889" cy="1725397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16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BBD58C33-921C-42F1-9803-1C798DB548C2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 bwMode="gray">
          <a:xfrm>
            <a:off x="9076500" y="1815353"/>
            <a:ext cx="2532889" cy="2532888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360000" rIns="0" b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000" b="1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829770F-45CE-4505-A3E9-DB203881F2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02735740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2856" userDrawn="1">
          <p15:clr>
            <a:srgbClr val="5ACBF0"/>
          </p15:clr>
        </p15:guide>
        <p15:guide id="5" orient="horz" pos="288" userDrawn="1">
          <p15:clr>
            <a:srgbClr val="5ACBF0"/>
          </p15:clr>
        </p15:guide>
        <p15:guide id="6" pos="1963" userDrawn="1">
          <p15:clr>
            <a:srgbClr val="5ACBF0"/>
          </p15:clr>
        </p15:guide>
        <p15:guide id="7" pos="2150" userDrawn="1">
          <p15:clr>
            <a:srgbClr val="5ACBF0"/>
          </p15:clr>
        </p15:guide>
        <p15:guide id="8" pos="3747" userDrawn="1">
          <p15:clr>
            <a:srgbClr val="5ACBF0"/>
          </p15:clr>
        </p15:guide>
        <p15:guide id="9" pos="3933" userDrawn="1">
          <p15:clr>
            <a:srgbClr val="5ACBF0"/>
          </p15:clr>
        </p15:guide>
        <p15:guide id="10" pos="5530" userDrawn="1">
          <p15:clr>
            <a:srgbClr val="5ACBF0"/>
          </p15:clr>
        </p15:guide>
        <p15:guide id="11" pos="5716" userDrawn="1">
          <p15:clr>
            <a:srgbClr val="5ACBF0"/>
          </p15:clr>
        </p15:guide>
        <p15:guide id="12" orient="horz" pos="1139" userDrawn="1">
          <p15:clr>
            <a:srgbClr val="5ACBF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core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7A09B8F0-E785-4993-A9CA-BE8D371B2F1C}"/>
              </a:ext>
            </a:extLst>
          </p:cNvPr>
          <p:cNvSpPr/>
          <p:nvPr userDrawn="1"/>
        </p:nvSpPr>
        <p:spPr bwMode="auto">
          <a:xfrm>
            <a:off x="725757" y="1714500"/>
            <a:ext cx="3333483" cy="19812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519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B6082FB-3119-4714-B0C0-D572EC975527}"/>
              </a:ext>
            </a:extLst>
          </p:cNvPr>
          <p:cNvSpPr/>
          <p:nvPr userDrawn="1"/>
        </p:nvSpPr>
        <p:spPr bwMode="auto">
          <a:xfrm>
            <a:off x="588263" y="1714500"/>
            <a:ext cx="137492" cy="1981200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2"/>
            </a:bgClr>
          </a:patt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519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E020223-B6E5-4A3F-B38B-BD07D5D6594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27659" y="1856689"/>
            <a:ext cx="425773" cy="677108"/>
          </a:xfrm>
        </p:spPr>
        <p:txBody>
          <a:bodyPr>
            <a:noAutofit/>
          </a:bodyPr>
          <a:lstStyle>
            <a:lvl1pPr marL="0" indent="0">
              <a:buNone/>
              <a:defRPr sz="4400" b="1">
                <a:solidFill>
                  <a:schemeClr val="tx1"/>
                </a:solidFill>
              </a:defRPr>
            </a:lvl1pPr>
            <a:lvl2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2pPr>
            <a:lvl3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3pPr>
            <a:lvl4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4pPr>
            <a:lvl5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5pPr>
          </a:lstStyle>
          <a:p>
            <a:pPr lvl="0"/>
            <a:r>
              <a:rPr lang="en-US" dirty="0"/>
              <a:t>#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52C7966-C4D7-49C0-B78C-2335EC91220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390445" y="1944975"/>
            <a:ext cx="2593370" cy="595027"/>
          </a:xfrm>
        </p:spPr>
        <p:txBody>
          <a:bodyPr/>
          <a:lstStyle>
            <a:lvl1pPr marL="0" indent="0">
              <a:buNone/>
              <a:defRPr lang="en-US" sz="1600" b="1" dirty="0" smtClean="0">
                <a:solidFill>
                  <a:schemeClr val="tx1"/>
                </a:solidFill>
              </a:defRPr>
            </a:lvl1pPr>
            <a:lvl2pPr marL="0" indent="0">
              <a:buNone/>
              <a:defRPr lang="en-GB" sz="1600" b="1" dirty="0"/>
            </a:lvl2pPr>
            <a:lvl3pPr marL="0" indent="0">
              <a:buNone/>
              <a:defRPr sz="1600" b="1"/>
            </a:lvl3pPr>
            <a:lvl4pPr marL="0" indent="0">
              <a:buNone/>
              <a:defRPr sz="1600" b="1"/>
            </a:lvl4pPr>
            <a:lvl5pPr marL="0" indent="0">
              <a:buNone/>
              <a:defRPr sz="1600" b="1"/>
            </a:lvl5pPr>
          </a:lstStyle>
          <a:p>
            <a:pPr lvl="0"/>
            <a:r>
              <a:rPr lang="en-US" dirty="0"/>
              <a:t>Click to add heading</a:t>
            </a:r>
            <a:endParaRPr lang="en-GB" dirty="0"/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453DD438-6A23-4472-B641-263CA368D71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390445" y="2643623"/>
            <a:ext cx="2593370" cy="968261"/>
          </a:xfrm>
        </p:spPr>
        <p:txBody>
          <a:bodyPr>
            <a:noAutofit/>
          </a:bodyPr>
          <a:lstStyle>
            <a:lvl1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1pPr>
            <a:lvl2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2pPr>
            <a:lvl3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3pPr>
            <a:lvl4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4pPr>
            <a:lvl5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1976077-CE80-43B8-9EE5-625D9EBF3AFE}"/>
              </a:ext>
            </a:extLst>
          </p:cNvPr>
          <p:cNvSpPr/>
          <p:nvPr userDrawn="1"/>
        </p:nvSpPr>
        <p:spPr bwMode="auto">
          <a:xfrm>
            <a:off x="588263" y="3898900"/>
            <a:ext cx="137492" cy="1981200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2"/>
            </a:bgClr>
          </a:patt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519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A4A6B61-EF71-4B61-BCE3-366255FDF1EC}"/>
              </a:ext>
            </a:extLst>
          </p:cNvPr>
          <p:cNvSpPr/>
          <p:nvPr userDrawn="1"/>
        </p:nvSpPr>
        <p:spPr bwMode="auto">
          <a:xfrm>
            <a:off x="725757" y="3898900"/>
            <a:ext cx="3333483" cy="19812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519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40B7D3AE-CE8F-4AFB-89D1-7B9F5309DE1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27659" y="4041089"/>
            <a:ext cx="425773" cy="677108"/>
          </a:xfrm>
        </p:spPr>
        <p:txBody>
          <a:bodyPr>
            <a:noAutofit/>
          </a:bodyPr>
          <a:lstStyle>
            <a:lvl1pPr marL="0" indent="0">
              <a:buNone/>
              <a:defRPr sz="4400" b="1">
                <a:solidFill>
                  <a:schemeClr val="tx1"/>
                </a:solidFill>
              </a:defRPr>
            </a:lvl1pPr>
            <a:lvl2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2pPr>
            <a:lvl3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3pPr>
            <a:lvl4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4pPr>
            <a:lvl5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5pPr>
          </a:lstStyle>
          <a:p>
            <a:pPr lvl="0"/>
            <a:r>
              <a:rPr lang="en-US" dirty="0"/>
              <a:t>#</a:t>
            </a:r>
            <a:endParaRPr lang="en-GB" dirty="0"/>
          </a:p>
        </p:txBody>
      </p:sp>
      <p:sp>
        <p:nvSpPr>
          <p:cNvPr id="23" name="Text Placeholder 6">
            <a:extLst>
              <a:ext uri="{FF2B5EF4-FFF2-40B4-BE49-F238E27FC236}">
                <a16:creationId xmlns:a16="http://schemas.microsoft.com/office/drawing/2014/main" id="{6CF9214B-A0AA-4B6C-B28E-D4EBC5ADE43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390445" y="4129375"/>
            <a:ext cx="2593370" cy="595027"/>
          </a:xfrm>
        </p:spPr>
        <p:txBody>
          <a:bodyPr/>
          <a:lstStyle>
            <a:lvl1pPr marL="0" indent="0">
              <a:buNone/>
              <a:defRPr lang="en-US" sz="1600" b="1" dirty="0" smtClean="0">
                <a:solidFill>
                  <a:schemeClr val="tx1"/>
                </a:solidFill>
              </a:defRPr>
            </a:lvl1pPr>
            <a:lvl2pPr marL="0" indent="0">
              <a:buNone/>
              <a:defRPr lang="en-GB" sz="1600" b="1" dirty="0"/>
            </a:lvl2pPr>
            <a:lvl3pPr marL="0" indent="0">
              <a:buNone/>
              <a:defRPr sz="1600" b="1"/>
            </a:lvl3pPr>
            <a:lvl4pPr marL="0" indent="0">
              <a:buNone/>
              <a:defRPr sz="1600" b="1"/>
            </a:lvl4pPr>
            <a:lvl5pPr marL="0" indent="0">
              <a:buNone/>
              <a:defRPr sz="1600" b="1"/>
            </a:lvl5pPr>
          </a:lstStyle>
          <a:p>
            <a:pPr lvl="0"/>
            <a:r>
              <a:rPr lang="en-US" dirty="0"/>
              <a:t>Click to add heading</a:t>
            </a:r>
            <a:endParaRPr lang="en-GB" dirty="0"/>
          </a:p>
        </p:txBody>
      </p:sp>
      <p:sp>
        <p:nvSpPr>
          <p:cNvPr id="24" name="Text Placeholder 18">
            <a:extLst>
              <a:ext uri="{FF2B5EF4-FFF2-40B4-BE49-F238E27FC236}">
                <a16:creationId xmlns:a16="http://schemas.microsoft.com/office/drawing/2014/main" id="{C4CC4422-DCB4-43AA-AAD9-BCD5D2AA4B9C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390445" y="4828023"/>
            <a:ext cx="2593370" cy="968261"/>
          </a:xfrm>
        </p:spPr>
        <p:txBody>
          <a:bodyPr>
            <a:noAutofit/>
          </a:bodyPr>
          <a:lstStyle>
            <a:lvl1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1pPr>
            <a:lvl2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2pPr>
            <a:lvl3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3pPr>
            <a:lvl4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4pPr>
            <a:lvl5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4805574-3B72-481E-A744-EA088066496F}"/>
              </a:ext>
            </a:extLst>
          </p:cNvPr>
          <p:cNvSpPr/>
          <p:nvPr userDrawn="1"/>
        </p:nvSpPr>
        <p:spPr bwMode="auto">
          <a:xfrm>
            <a:off x="4493594" y="1714500"/>
            <a:ext cx="3333483" cy="19812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519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8BB8D822-4AF5-4132-A5BC-447AFB46D9A1}"/>
              </a:ext>
            </a:extLst>
          </p:cNvPr>
          <p:cNvSpPr/>
          <p:nvPr userDrawn="1"/>
        </p:nvSpPr>
        <p:spPr bwMode="auto">
          <a:xfrm>
            <a:off x="4356099" y="1714500"/>
            <a:ext cx="137492" cy="1981200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2"/>
            </a:bgClr>
          </a:patt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519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27" name="Text Placeholder 4">
            <a:extLst>
              <a:ext uri="{FF2B5EF4-FFF2-40B4-BE49-F238E27FC236}">
                <a16:creationId xmlns:a16="http://schemas.microsoft.com/office/drawing/2014/main" id="{885CB766-3BA7-4C6E-981C-12B89BBC0EB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95495" y="1856689"/>
            <a:ext cx="425773" cy="677108"/>
          </a:xfrm>
        </p:spPr>
        <p:txBody>
          <a:bodyPr>
            <a:noAutofit/>
          </a:bodyPr>
          <a:lstStyle>
            <a:lvl1pPr marL="0" indent="0">
              <a:buNone/>
              <a:defRPr sz="4400" b="1">
                <a:solidFill>
                  <a:schemeClr val="tx1"/>
                </a:solidFill>
              </a:defRPr>
            </a:lvl1pPr>
            <a:lvl2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2pPr>
            <a:lvl3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3pPr>
            <a:lvl4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4pPr>
            <a:lvl5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5pPr>
          </a:lstStyle>
          <a:p>
            <a:pPr lvl="0"/>
            <a:r>
              <a:rPr lang="en-US" dirty="0"/>
              <a:t>#</a:t>
            </a:r>
            <a:endParaRPr lang="en-GB" dirty="0"/>
          </a:p>
        </p:txBody>
      </p:sp>
      <p:sp>
        <p:nvSpPr>
          <p:cNvPr id="28" name="Text Placeholder 6">
            <a:extLst>
              <a:ext uri="{FF2B5EF4-FFF2-40B4-BE49-F238E27FC236}">
                <a16:creationId xmlns:a16="http://schemas.microsoft.com/office/drawing/2014/main" id="{8844DE8E-38F4-4A62-9864-CF5DC11D85A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158282" y="1944975"/>
            <a:ext cx="2593370" cy="595027"/>
          </a:xfrm>
        </p:spPr>
        <p:txBody>
          <a:bodyPr/>
          <a:lstStyle>
            <a:lvl1pPr marL="0" indent="0">
              <a:buNone/>
              <a:defRPr lang="en-US" sz="1600" b="1" dirty="0" smtClean="0">
                <a:solidFill>
                  <a:schemeClr val="tx1"/>
                </a:solidFill>
              </a:defRPr>
            </a:lvl1pPr>
            <a:lvl2pPr marL="0" indent="0">
              <a:buNone/>
              <a:defRPr lang="en-GB" sz="1600" b="1" dirty="0"/>
            </a:lvl2pPr>
            <a:lvl3pPr marL="0" indent="0">
              <a:buNone/>
              <a:defRPr sz="1600" b="1"/>
            </a:lvl3pPr>
            <a:lvl4pPr marL="0" indent="0">
              <a:buNone/>
              <a:defRPr sz="1600" b="1"/>
            </a:lvl4pPr>
            <a:lvl5pPr marL="0" indent="0">
              <a:buNone/>
              <a:defRPr sz="1600" b="1"/>
            </a:lvl5pPr>
          </a:lstStyle>
          <a:p>
            <a:pPr lvl="0"/>
            <a:r>
              <a:rPr lang="en-US" dirty="0"/>
              <a:t>Click to add heading</a:t>
            </a:r>
            <a:endParaRPr lang="en-GB" dirty="0"/>
          </a:p>
        </p:txBody>
      </p:sp>
      <p:sp>
        <p:nvSpPr>
          <p:cNvPr id="29" name="Text Placeholder 18">
            <a:extLst>
              <a:ext uri="{FF2B5EF4-FFF2-40B4-BE49-F238E27FC236}">
                <a16:creationId xmlns:a16="http://schemas.microsoft.com/office/drawing/2014/main" id="{D1DCB16E-3178-4977-908B-DCB9D5BE659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158283" y="2643623"/>
            <a:ext cx="2593370" cy="968261"/>
          </a:xfrm>
        </p:spPr>
        <p:txBody>
          <a:bodyPr>
            <a:noAutofit/>
          </a:bodyPr>
          <a:lstStyle>
            <a:lvl1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1pPr>
            <a:lvl2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2pPr>
            <a:lvl3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3pPr>
            <a:lvl4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4pPr>
            <a:lvl5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C3833F72-DCBA-4AB2-B21A-B550376D8C87}"/>
              </a:ext>
            </a:extLst>
          </p:cNvPr>
          <p:cNvSpPr/>
          <p:nvPr userDrawn="1"/>
        </p:nvSpPr>
        <p:spPr bwMode="auto">
          <a:xfrm>
            <a:off x="4502418" y="3898900"/>
            <a:ext cx="3333483" cy="19812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519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4259E61-6078-44AA-A8F7-193579B7AE28}"/>
              </a:ext>
            </a:extLst>
          </p:cNvPr>
          <p:cNvSpPr/>
          <p:nvPr userDrawn="1"/>
        </p:nvSpPr>
        <p:spPr bwMode="auto">
          <a:xfrm>
            <a:off x="4364925" y="3898900"/>
            <a:ext cx="137492" cy="1981200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2"/>
            </a:bgClr>
          </a:patt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519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32" name="Text Placeholder 4">
            <a:extLst>
              <a:ext uri="{FF2B5EF4-FFF2-40B4-BE49-F238E27FC236}">
                <a16:creationId xmlns:a16="http://schemas.microsoft.com/office/drawing/2014/main" id="{E4A82533-F2BF-4E0A-BA3B-0430252D758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704320" y="4041089"/>
            <a:ext cx="425773" cy="677108"/>
          </a:xfrm>
        </p:spPr>
        <p:txBody>
          <a:bodyPr>
            <a:noAutofit/>
          </a:bodyPr>
          <a:lstStyle>
            <a:lvl1pPr marL="0" indent="0">
              <a:buNone/>
              <a:defRPr sz="4400" b="1">
                <a:solidFill>
                  <a:schemeClr val="tx1"/>
                </a:solidFill>
              </a:defRPr>
            </a:lvl1pPr>
            <a:lvl2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2pPr>
            <a:lvl3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3pPr>
            <a:lvl4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4pPr>
            <a:lvl5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5pPr>
          </a:lstStyle>
          <a:p>
            <a:pPr lvl="0"/>
            <a:r>
              <a:rPr lang="en-US" dirty="0"/>
              <a:t>#</a:t>
            </a:r>
            <a:endParaRPr lang="en-GB" dirty="0"/>
          </a:p>
        </p:txBody>
      </p:sp>
      <p:sp>
        <p:nvSpPr>
          <p:cNvPr id="33" name="Text Placeholder 6">
            <a:extLst>
              <a:ext uri="{FF2B5EF4-FFF2-40B4-BE49-F238E27FC236}">
                <a16:creationId xmlns:a16="http://schemas.microsoft.com/office/drawing/2014/main" id="{B3A0E84D-D831-421C-9A30-9491AAAF8088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167106" y="4129375"/>
            <a:ext cx="2593370" cy="595027"/>
          </a:xfrm>
        </p:spPr>
        <p:txBody>
          <a:bodyPr/>
          <a:lstStyle>
            <a:lvl1pPr marL="0" indent="0">
              <a:buNone/>
              <a:defRPr lang="en-US" sz="1600" b="1" dirty="0" smtClean="0">
                <a:solidFill>
                  <a:schemeClr val="tx1"/>
                </a:solidFill>
              </a:defRPr>
            </a:lvl1pPr>
            <a:lvl2pPr marL="0" indent="0">
              <a:buNone/>
              <a:defRPr lang="en-GB" sz="1600" b="1" dirty="0"/>
            </a:lvl2pPr>
            <a:lvl3pPr marL="0" indent="0">
              <a:buNone/>
              <a:defRPr sz="1600" b="1"/>
            </a:lvl3pPr>
            <a:lvl4pPr marL="0" indent="0">
              <a:buNone/>
              <a:defRPr sz="1600" b="1"/>
            </a:lvl4pPr>
            <a:lvl5pPr marL="0" indent="0">
              <a:buNone/>
              <a:defRPr sz="1600" b="1"/>
            </a:lvl5pPr>
          </a:lstStyle>
          <a:p>
            <a:pPr lvl="0"/>
            <a:r>
              <a:rPr lang="en-US" dirty="0"/>
              <a:t>Click to add heading</a:t>
            </a:r>
            <a:endParaRPr lang="en-GB" dirty="0"/>
          </a:p>
        </p:txBody>
      </p:sp>
      <p:sp>
        <p:nvSpPr>
          <p:cNvPr id="34" name="Text Placeholder 18">
            <a:extLst>
              <a:ext uri="{FF2B5EF4-FFF2-40B4-BE49-F238E27FC236}">
                <a16:creationId xmlns:a16="http://schemas.microsoft.com/office/drawing/2014/main" id="{BCDABBF1-093E-49D4-A19B-3B845261213D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5167108" y="4828023"/>
            <a:ext cx="2593370" cy="968261"/>
          </a:xfrm>
        </p:spPr>
        <p:txBody>
          <a:bodyPr>
            <a:noAutofit/>
          </a:bodyPr>
          <a:lstStyle>
            <a:lvl1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1pPr>
            <a:lvl2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2pPr>
            <a:lvl3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3pPr>
            <a:lvl4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4pPr>
            <a:lvl5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34FBA965-A892-4051-B1FD-FD4306CA19AF}"/>
              </a:ext>
            </a:extLst>
          </p:cNvPr>
          <p:cNvSpPr/>
          <p:nvPr userDrawn="1"/>
        </p:nvSpPr>
        <p:spPr bwMode="auto">
          <a:xfrm>
            <a:off x="8275907" y="1714500"/>
            <a:ext cx="3333483" cy="19812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519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F6BE5E53-DE80-4281-9FEC-7ACDD1067819}"/>
              </a:ext>
            </a:extLst>
          </p:cNvPr>
          <p:cNvSpPr/>
          <p:nvPr userDrawn="1"/>
        </p:nvSpPr>
        <p:spPr bwMode="auto">
          <a:xfrm>
            <a:off x="8138413" y="1714500"/>
            <a:ext cx="137492" cy="1981200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2"/>
            </a:bgClr>
          </a:patt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519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37" name="Text Placeholder 4">
            <a:extLst>
              <a:ext uri="{FF2B5EF4-FFF2-40B4-BE49-F238E27FC236}">
                <a16:creationId xmlns:a16="http://schemas.microsoft.com/office/drawing/2014/main" id="{4C1E6F08-6F2F-4B8B-9D87-C030E94DF10E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477808" y="1856689"/>
            <a:ext cx="425773" cy="677108"/>
          </a:xfrm>
        </p:spPr>
        <p:txBody>
          <a:bodyPr>
            <a:noAutofit/>
          </a:bodyPr>
          <a:lstStyle>
            <a:lvl1pPr marL="0" indent="0">
              <a:buNone/>
              <a:defRPr sz="4400" b="1">
                <a:solidFill>
                  <a:schemeClr val="tx1"/>
                </a:solidFill>
              </a:defRPr>
            </a:lvl1pPr>
            <a:lvl2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2pPr>
            <a:lvl3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3pPr>
            <a:lvl4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4pPr>
            <a:lvl5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5pPr>
          </a:lstStyle>
          <a:p>
            <a:pPr lvl="0"/>
            <a:r>
              <a:rPr lang="en-US" dirty="0"/>
              <a:t>#</a:t>
            </a:r>
            <a:endParaRPr lang="en-GB" dirty="0"/>
          </a:p>
        </p:txBody>
      </p:sp>
      <p:sp>
        <p:nvSpPr>
          <p:cNvPr id="38" name="Text Placeholder 6">
            <a:extLst>
              <a:ext uri="{FF2B5EF4-FFF2-40B4-BE49-F238E27FC236}">
                <a16:creationId xmlns:a16="http://schemas.microsoft.com/office/drawing/2014/main" id="{2D06001F-6138-4D6F-A243-7FFE1D81CCE8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940594" y="1944975"/>
            <a:ext cx="2593370" cy="595027"/>
          </a:xfrm>
        </p:spPr>
        <p:txBody>
          <a:bodyPr/>
          <a:lstStyle>
            <a:lvl1pPr marL="0" indent="0">
              <a:buNone/>
              <a:defRPr lang="en-US" sz="1600" b="1" dirty="0" smtClean="0">
                <a:solidFill>
                  <a:schemeClr val="tx1"/>
                </a:solidFill>
              </a:defRPr>
            </a:lvl1pPr>
            <a:lvl2pPr marL="0" indent="0">
              <a:buNone/>
              <a:defRPr lang="en-GB" sz="1600" b="1" dirty="0"/>
            </a:lvl2pPr>
            <a:lvl3pPr marL="0" indent="0">
              <a:buNone/>
              <a:defRPr sz="1600" b="1"/>
            </a:lvl3pPr>
            <a:lvl4pPr marL="0" indent="0">
              <a:buNone/>
              <a:defRPr sz="1600" b="1"/>
            </a:lvl4pPr>
            <a:lvl5pPr marL="0" indent="0">
              <a:buNone/>
              <a:defRPr sz="1600" b="1"/>
            </a:lvl5pPr>
          </a:lstStyle>
          <a:p>
            <a:pPr lvl="0"/>
            <a:r>
              <a:rPr lang="en-US" dirty="0"/>
              <a:t>Click to add heading</a:t>
            </a:r>
            <a:endParaRPr lang="en-GB" dirty="0"/>
          </a:p>
        </p:txBody>
      </p:sp>
      <p:sp>
        <p:nvSpPr>
          <p:cNvPr id="39" name="Text Placeholder 18">
            <a:extLst>
              <a:ext uri="{FF2B5EF4-FFF2-40B4-BE49-F238E27FC236}">
                <a16:creationId xmlns:a16="http://schemas.microsoft.com/office/drawing/2014/main" id="{7841B3D9-6CC3-427F-B428-8C3FDE4BE069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8940596" y="2643623"/>
            <a:ext cx="2593370" cy="968261"/>
          </a:xfrm>
        </p:spPr>
        <p:txBody>
          <a:bodyPr>
            <a:noAutofit/>
          </a:bodyPr>
          <a:lstStyle>
            <a:lvl1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1pPr>
            <a:lvl2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2pPr>
            <a:lvl3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3pPr>
            <a:lvl4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4pPr>
            <a:lvl5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441224F9-6A4C-4C65-8E42-6E3D85470B57}"/>
              </a:ext>
            </a:extLst>
          </p:cNvPr>
          <p:cNvSpPr/>
          <p:nvPr userDrawn="1"/>
        </p:nvSpPr>
        <p:spPr bwMode="auto">
          <a:xfrm>
            <a:off x="8270256" y="3895725"/>
            <a:ext cx="3333483" cy="19812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519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A2903A56-607B-4490-BE1F-86412530286F}"/>
              </a:ext>
            </a:extLst>
          </p:cNvPr>
          <p:cNvSpPr/>
          <p:nvPr userDrawn="1"/>
        </p:nvSpPr>
        <p:spPr bwMode="auto">
          <a:xfrm>
            <a:off x="8132762" y="3895725"/>
            <a:ext cx="137492" cy="1981200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2"/>
            </a:bgClr>
          </a:patt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519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42" name="Text Placeholder 4">
            <a:extLst>
              <a:ext uri="{FF2B5EF4-FFF2-40B4-BE49-F238E27FC236}">
                <a16:creationId xmlns:a16="http://schemas.microsoft.com/office/drawing/2014/main" id="{DE7C2246-8982-4ECB-88AC-EB1C473C2B55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472158" y="4037914"/>
            <a:ext cx="425773" cy="677108"/>
          </a:xfrm>
        </p:spPr>
        <p:txBody>
          <a:bodyPr>
            <a:noAutofit/>
          </a:bodyPr>
          <a:lstStyle>
            <a:lvl1pPr marL="0" indent="0">
              <a:buNone/>
              <a:defRPr sz="4400" b="1">
                <a:solidFill>
                  <a:schemeClr val="tx1"/>
                </a:solidFill>
              </a:defRPr>
            </a:lvl1pPr>
            <a:lvl2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2pPr>
            <a:lvl3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3pPr>
            <a:lvl4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4pPr>
            <a:lvl5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5pPr>
          </a:lstStyle>
          <a:p>
            <a:pPr lvl="0"/>
            <a:r>
              <a:rPr lang="en-US" dirty="0"/>
              <a:t>#</a:t>
            </a:r>
            <a:endParaRPr lang="en-GB" dirty="0"/>
          </a:p>
        </p:txBody>
      </p:sp>
      <p:sp>
        <p:nvSpPr>
          <p:cNvPr id="43" name="Text Placeholder 6">
            <a:extLst>
              <a:ext uri="{FF2B5EF4-FFF2-40B4-BE49-F238E27FC236}">
                <a16:creationId xmlns:a16="http://schemas.microsoft.com/office/drawing/2014/main" id="{709DFA2F-B194-435C-9191-8090148D15FA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8934944" y="4126200"/>
            <a:ext cx="2593370" cy="595027"/>
          </a:xfrm>
        </p:spPr>
        <p:txBody>
          <a:bodyPr/>
          <a:lstStyle>
            <a:lvl1pPr marL="0" indent="0">
              <a:buNone/>
              <a:defRPr lang="en-US" sz="1600" b="1" dirty="0" smtClean="0">
                <a:solidFill>
                  <a:schemeClr val="tx1"/>
                </a:solidFill>
              </a:defRPr>
            </a:lvl1pPr>
            <a:lvl2pPr marL="0" indent="0">
              <a:buNone/>
              <a:defRPr lang="en-GB" sz="1600" b="1" dirty="0"/>
            </a:lvl2pPr>
            <a:lvl3pPr marL="0" indent="0">
              <a:buNone/>
              <a:defRPr sz="1600" b="1"/>
            </a:lvl3pPr>
            <a:lvl4pPr marL="0" indent="0">
              <a:buNone/>
              <a:defRPr sz="1600" b="1"/>
            </a:lvl4pPr>
            <a:lvl5pPr marL="0" indent="0">
              <a:buNone/>
              <a:defRPr sz="1600" b="1"/>
            </a:lvl5pPr>
          </a:lstStyle>
          <a:p>
            <a:pPr lvl="0"/>
            <a:r>
              <a:rPr lang="en-US" dirty="0"/>
              <a:t>Click to add heading</a:t>
            </a:r>
            <a:endParaRPr lang="en-GB" dirty="0"/>
          </a:p>
        </p:txBody>
      </p:sp>
      <p:sp>
        <p:nvSpPr>
          <p:cNvPr id="44" name="Text Placeholder 18">
            <a:extLst>
              <a:ext uri="{FF2B5EF4-FFF2-40B4-BE49-F238E27FC236}">
                <a16:creationId xmlns:a16="http://schemas.microsoft.com/office/drawing/2014/main" id="{66A57C42-7CBF-4742-80C3-46C15991F8E9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934945" y="4824848"/>
            <a:ext cx="2593370" cy="968261"/>
          </a:xfrm>
        </p:spPr>
        <p:txBody>
          <a:bodyPr>
            <a:noAutofit/>
          </a:bodyPr>
          <a:lstStyle>
            <a:lvl1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1pPr>
            <a:lvl2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2pPr>
            <a:lvl3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3pPr>
            <a:lvl4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4pPr>
            <a:lvl5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08E6D12-E7E5-4852-90CA-46E41D32C7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146365264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3702" userDrawn="1">
          <p15:clr>
            <a:srgbClr val="5ACBF0"/>
          </p15:clr>
        </p15:guide>
        <p15:guide id="5" orient="horz" pos="288" userDrawn="1">
          <p15:clr>
            <a:srgbClr val="5ACBF0"/>
          </p15:clr>
        </p15:guide>
        <p15:guide id="6" pos="2557" userDrawn="1">
          <p15:clr>
            <a:srgbClr val="5ACBF0"/>
          </p15:clr>
        </p15:guide>
        <p15:guide id="7" pos="2745" userDrawn="1">
          <p15:clr>
            <a:srgbClr val="5ACBF0"/>
          </p15:clr>
        </p15:guide>
        <p15:guide id="8" pos="4937" userDrawn="1">
          <p15:clr>
            <a:srgbClr val="5ACBF0"/>
          </p15:clr>
        </p15:guide>
        <p15:guide id="9" pos="5124" userDrawn="1">
          <p15:clr>
            <a:srgbClr val="5ACBF0"/>
          </p15:clr>
        </p15:guide>
        <p15:guide id="10" orient="horz" pos="1071" userDrawn="1">
          <p15:clr>
            <a:srgbClr val="5ACBF0"/>
          </p15:clr>
        </p15:guide>
        <p15:guide id="11" orient="horz" pos="2455" userDrawn="1">
          <p15:clr>
            <a:srgbClr val="5ACBF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creenshot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9D883269-C75C-4B87-8CD9-BE4E94E2BF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2C923CE-7CB3-4CF0-AAA2-722B1683A10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5300" y="2017713"/>
            <a:ext cx="3494089" cy="4251325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800"/>
            </a:lvl1pPr>
          </a:lstStyle>
          <a:p>
            <a:pPr lvl="0"/>
            <a:r>
              <a:rPr lang="en-US" dirty="0"/>
              <a:t>Add a caption</a:t>
            </a:r>
          </a:p>
        </p:txBody>
      </p:sp>
      <p:sp>
        <p:nvSpPr>
          <p:cNvPr id="3" name="Picture Placeholder 2" descr="This screenshot is a 'placeholder' only. Drag or drop your screen shot here, or click and tap the center to insert a photo.">
            <a:extLst>
              <a:ext uri="{FF2B5EF4-FFF2-40B4-BE49-F238E27FC236}">
                <a16:creationId xmlns:a16="http://schemas.microsoft.com/office/drawing/2014/main" id="{32952E5A-3BE5-4580-872E-DC3A31E8D445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 bwMode="gray">
          <a:xfrm>
            <a:off x="582612" y="1436688"/>
            <a:ext cx="7253289" cy="483235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tIns="720000" bIns="1005840" anchor="t" anchorCtr="0">
            <a:noAutofit/>
          </a:bodyPr>
          <a:lstStyle>
            <a:lvl1pPr marL="0" indent="0"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Drag &amp; drop a</a:t>
            </a:r>
            <a:br>
              <a:rPr lang="en-US" dirty="0"/>
            </a:br>
            <a:r>
              <a:rPr lang="en-US" dirty="0"/>
              <a:t>screenshot here</a:t>
            </a:r>
            <a:br>
              <a:rPr lang="en-US" dirty="0"/>
            </a:br>
            <a:r>
              <a:rPr lang="en-US" dirty="0"/>
              <a:t>or click or tap icon</a:t>
            </a:r>
            <a:br>
              <a:rPr lang="en-US" dirty="0"/>
            </a:br>
            <a:r>
              <a:rPr lang="en-US" dirty="0"/>
              <a:t>below to insert</a:t>
            </a:r>
          </a:p>
        </p:txBody>
      </p:sp>
    </p:spTree>
    <p:extLst>
      <p:ext uri="{BB962C8B-B14F-4D97-AF65-F5344CB8AC3E}">
        <p14:creationId xmlns:p14="http://schemas.microsoft.com/office/powerpoint/2010/main" val="3633176217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0" pos="4938" userDrawn="1">
          <p15:clr>
            <a:srgbClr val="5ACBF0"/>
          </p15:clr>
        </p15:guide>
        <p15:guide id="21" pos="5113" userDrawn="1">
          <p15:clr>
            <a:srgbClr val="5ACBF0"/>
          </p15:clr>
        </p15:guide>
        <p15:guide id="28" orient="horz" pos="905" userDrawn="1">
          <p15:clr>
            <a:srgbClr val="5ACBF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D31026A-4A74-439D-A8F5-DB82A03E71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131029"/>
            <a:ext cx="3468956" cy="861774"/>
          </a:xfrm>
        </p:spPr>
        <p:txBody>
          <a:bodyPr anchor="t"/>
          <a:lstStyle>
            <a:lvl1pPr>
              <a:defRPr sz="28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08DBB0A-21C9-483B-83DA-E59B5C35787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646105" y="2131032"/>
            <a:ext cx="6961188" cy="3980641"/>
          </a:xfrm>
        </p:spPr>
        <p:txBody>
          <a:bodyPr>
            <a:normAutofit/>
          </a:bodyPr>
          <a:lstStyle>
            <a:lvl1pPr marL="320056" indent="-320056">
              <a:spcAft>
                <a:spcPts val="1200"/>
              </a:spcAft>
              <a:buFont typeface="+mj-lt"/>
              <a:buAutoNum type="arabicPeriod"/>
              <a:defRPr sz="2000"/>
            </a:lvl1pPr>
            <a:lvl2pPr marL="228611" indent="0">
              <a:buNone/>
              <a:defRPr/>
            </a:lvl2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B9FD800B-7DF4-487A-ADA4-F44FB0D5A3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588264" y="1842902"/>
            <a:ext cx="3477325" cy="0"/>
          </a:xfrm>
          <a:prstGeom prst="line">
            <a:avLst/>
          </a:prstGeom>
          <a:ln w="63500">
            <a:solidFill>
              <a:schemeClr val="accent1">
                <a:lumMod val="20000"/>
                <a:lumOff val="80000"/>
              </a:schemeClr>
            </a:solidFill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317D0DD9-81B9-4F58-9346-51EE2B8F81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4648201" y="1842902"/>
            <a:ext cx="6961188" cy="0"/>
          </a:xfrm>
          <a:prstGeom prst="line">
            <a:avLst/>
          </a:prstGeom>
          <a:ln w="63500">
            <a:solidFill>
              <a:schemeClr val="accent1"/>
            </a:solidFill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6793507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2" pos="2561" userDrawn="1">
          <p15:clr>
            <a:srgbClr val="5ACBF0"/>
          </p15:clr>
        </p15:guide>
        <p15:guide id="29" orient="horz" pos="1271" userDrawn="1">
          <p15:clr>
            <a:srgbClr val="5ACBF0"/>
          </p15:clr>
        </p15:guide>
        <p15:guide id="33" pos="2928" userDrawn="1">
          <p15:clr>
            <a:srgbClr val="5ACBF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ext side by s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E5C076-3B78-4451-8068-576892A08E9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265" y="3211972"/>
            <a:ext cx="3182027" cy="430887"/>
          </a:xfrm>
        </p:spPr>
        <p:txBody>
          <a:bodyPr anchor="ctr"/>
          <a:lstStyle>
            <a:lvl1pPr>
              <a:defRPr/>
            </a:lvl1pPr>
          </a:lstStyle>
          <a:p>
            <a:r>
              <a:rPr lang="en-US" dirty="0"/>
              <a:t>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4015781-2431-48C9-AEF1-52FBD41AF3F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941888" y="292103"/>
            <a:ext cx="6667500" cy="5976939"/>
          </a:xfrm>
        </p:spPr>
        <p:txBody>
          <a:bodyPr anchor="ctr"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C35867F2-3994-4092-B53B-5792FEE698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4356100" y="2264940"/>
            <a:ext cx="0" cy="2059178"/>
          </a:xfrm>
          <a:prstGeom prst="line">
            <a:avLst/>
          </a:prstGeom>
          <a:ln w="6350">
            <a:solidFill>
              <a:schemeClr val="accent1"/>
            </a:solidFill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65025546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0" pos="2377" userDrawn="1">
          <p15:clr>
            <a:srgbClr val="5ACBF0"/>
          </p15:clr>
        </p15:guide>
        <p15:guide id="31" pos="3114" userDrawn="1">
          <p15:clr>
            <a:srgbClr val="5ACBF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emo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85216" y="2985805"/>
            <a:ext cx="6037460" cy="443198"/>
          </a:xfrm>
          <a:noFill/>
        </p:spPr>
        <p:txBody>
          <a:bodyPr wrap="square" lIns="0" tIns="0" rIns="0" bIns="0" anchor="b" anchorCtr="0">
            <a:spAutoFit/>
          </a:bodyPr>
          <a:lstStyle>
            <a:lvl1pPr algn="l" defTabSz="932789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3200" b="1" kern="1200" cap="none" spc="-50" baseline="0" dirty="0">
                <a:ln w="3175">
                  <a:noFill/>
                </a:ln>
                <a:solidFill>
                  <a:schemeClr val="tx1"/>
                </a:solidFill>
                <a:effectLst/>
                <a:latin typeface="+mj-lt"/>
                <a:ea typeface="+mn-ea"/>
                <a:cs typeface="Segoe UI" pitchFamily="34" charset="0"/>
              </a:defRPr>
            </a:lvl1pPr>
          </a:lstStyle>
          <a:p>
            <a:r>
              <a:rPr lang="en-US" dirty="0"/>
              <a:t>Demo title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85216" y="3756302"/>
            <a:ext cx="6037460" cy="307777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spc="0" baseline="0">
                <a:solidFill>
                  <a:schemeClr val="accent2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Speaker name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A6F4CBF-3771-416F-BD4B-AF9C13A617ED}"/>
              </a:ext>
            </a:extLst>
          </p:cNvPr>
          <p:cNvPicPr>
            <a:picLocks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022978" y="3207401"/>
            <a:ext cx="2702419" cy="590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76025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p15="http://schemas.microsoft.com/office/powerpoint/2012/main" xmlns:a14="http://schemas.microsoft.com/office/drawing/2010/main" xmlns:a16="http://schemas.microsoft.com/office/drawing/2014/main"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3" orient="horz" pos="1872" userDrawn="1">
          <p15:clr>
            <a:srgbClr val="5ACBF0"/>
          </p15:clr>
        </p15:guide>
        <p15:guide id="4" orient="horz" pos="2364" userDrawn="1">
          <p15:clr>
            <a:srgbClr val="5ACBF0"/>
          </p15:clr>
        </p15:guide>
        <p15:guide id="5" pos="3840" userDrawn="1">
          <p15:clr>
            <a:srgbClr val="5ACBF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45705601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779" userDrawn="1">
          <p15:clr>
            <a:srgbClr val="A4A3A4"/>
          </p15:clr>
        </p15:guide>
        <p15:guide id="7" pos="963" userDrawn="1">
          <p15:clr>
            <a:srgbClr val="A4A3A4"/>
          </p15:clr>
        </p15:guide>
        <p15:guide id="8" pos="1373" userDrawn="1">
          <p15:clr>
            <a:srgbClr val="A4A3A4"/>
          </p15:clr>
        </p15:guide>
        <p15:guide id="9" pos="1556" userDrawn="1">
          <p15:clr>
            <a:srgbClr val="A4A3A4"/>
          </p15:clr>
        </p15:guide>
        <p15:guide id="10" pos="1967" userDrawn="1">
          <p15:clr>
            <a:srgbClr val="A4A3A4"/>
          </p15:clr>
        </p15:guide>
        <p15:guide id="11" pos="2150" userDrawn="1">
          <p15:clr>
            <a:srgbClr val="A4A3A4"/>
          </p15:clr>
        </p15:guide>
        <p15:guide id="12" pos="2561" userDrawn="1">
          <p15:clr>
            <a:srgbClr val="A4A3A4"/>
          </p15:clr>
        </p15:guide>
        <p15:guide id="13" pos="2745" userDrawn="1">
          <p15:clr>
            <a:srgbClr val="A4A3A4"/>
          </p15:clr>
        </p15:guide>
        <p15:guide id="14" pos="3156" userDrawn="1">
          <p15:clr>
            <a:srgbClr val="A4A3A4"/>
          </p15:clr>
        </p15:guide>
        <p15:guide id="15" pos="3338" userDrawn="1">
          <p15:clr>
            <a:srgbClr val="A4A3A4"/>
          </p15:clr>
        </p15:guide>
        <p15:guide id="16" pos="3749" userDrawn="1">
          <p15:clr>
            <a:srgbClr val="A4A3A4"/>
          </p15:clr>
        </p15:guide>
        <p15:guide id="17" pos="3932" userDrawn="1">
          <p15:clr>
            <a:srgbClr val="A4A3A4"/>
          </p15:clr>
        </p15:guide>
        <p15:guide id="18" pos="4343" userDrawn="1">
          <p15:clr>
            <a:srgbClr val="A4A3A4"/>
          </p15:clr>
        </p15:guide>
        <p15:guide id="19" pos="4525" userDrawn="1">
          <p15:clr>
            <a:srgbClr val="A4A3A4"/>
          </p15:clr>
        </p15:guide>
        <p15:guide id="20" pos="4938" userDrawn="1">
          <p15:clr>
            <a:srgbClr val="A4A3A4"/>
          </p15:clr>
        </p15:guide>
        <p15:guide id="21" pos="5120" userDrawn="1">
          <p15:clr>
            <a:srgbClr val="A4A3A4"/>
          </p15:clr>
        </p15:guide>
        <p15:guide id="22" pos="5530" userDrawn="1">
          <p15:clr>
            <a:srgbClr val="A4A3A4"/>
          </p15:clr>
        </p15:guide>
        <p15:guide id="23" pos="5715" userDrawn="1">
          <p15:clr>
            <a:srgbClr val="A4A3A4"/>
          </p15:clr>
        </p15:guide>
        <p15:guide id="24" pos="6123" userDrawn="1">
          <p15:clr>
            <a:srgbClr val="A4A3A4"/>
          </p15:clr>
        </p15:guide>
        <p15:guide id="25" pos="6308" userDrawn="1">
          <p15:clr>
            <a:srgbClr val="A4A3A4"/>
          </p15:clr>
        </p15:guide>
        <p15:guide id="26" pos="6717" userDrawn="1">
          <p15:clr>
            <a:srgbClr val="A4A3A4"/>
          </p15:clr>
        </p15:guide>
        <p15:guide id="27" pos="6900" userDrawn="1">
          <p15:clr>
            <a:srgbClr val="A4A3A4"/>
          </p15:clr>
        </p15:guide>
        <p15:guide id="28" orient="horz" pos="905" userDrawn="1">
          <p15:clr>
            <a:srgbClr val="5ACBF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veloper Cod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D0DF2A6-26A8-4810-95DF-F65F123C666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Software code slide</a:t>
            </a:r>
          </a:p>
        </p:txBody>
      </p:sp>
      <p:sp>
        <p:nvSpPr>
          <p:cNvPr id="5" name="Text Placeholder 4" descr="This layout should only be used for developer code. The font used is a monospace font which is ideal for showing code.">
            <a:extLst>
              <a:ext uri="{FF2B5EF4-FFF2-40B4-BE49-F238E27FC236}">
                <a16:creationId xmlns:a16="http://schemas.microsoft.com/office/drawing/2014/main" id="{BA9F61CF-FF79-485A-A6C8-A1952EFD58A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88264" y="1436688"/>
            <a:ext cx="11018521" cy="4829522"/>
          </a:xfrm>
        </p:spPr>
        <p:txBody>
          <a:bodyPr/>
          <a:lstStyle>
            <a:lvl1pPr marL="0" indent="0">
              <a:buNone/>
              <a:defRPr sz="20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1pPr>
            <a:lvl2pPr marL="346571" indent="0">
              <a:buNone/>
              <a:defRPr sz="18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2pPr>
            <a:lvl3pPr marL="584637" indent="0">
              <a:buNone/>
              <a:defRPr sz="16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3pPr>
            <a:lvl4pPr marL="814604" indent="0">
              <a:buNone/>
              <a:defRPr sz="14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4pPr>
            <a:lvl5pPr marL="1051050" indent="0">
              <a:buNone/>
              <a:defRPr sz="14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4305879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orient="horz" pos="905" userDrawn="1">
          <p15:clr>
            <a:srgbClr val="5ACBF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sclaimer and Attribu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DBCE27-18A9-4B58-967D-F414D11BC8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59682BFC-72AD-43B8-82AA-B9CAA5B851A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88964" y="1436692"/>
            <a:ext cx="11020426" cy="4829175"/>
          </a:xfrm>
        </p:spPr>
        <p:txBody>
          <a:bodyPr/>
          <a:lstStyle>
            <a:lvl1pPr marL="0" indent="0">
              <a:buNone/>
              <a:defRPr sz="1100"/>
            </a:lvl1pPr>
            <a:lvl2pPr marL="228611" indent="0">
              <a:buNone/>
              <a:defRPr sz="1100"/>
            </a:lvl2pPr>
            <a:lvl3pPr marL="457223" indent="0">
              <a:buNone/>
              <a:defRPr sz="1100"/>
            </a:lvl3pPr>
            <a:lvl4pPr marL="662021" indent="0">
              <a:buNone/>
              <a:defRPr sz="1100"/>
            </a:lvl4pPr>
            <a:lvl5pPr marL="855706" indent="0">
              <a:buNone/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64274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orient="horz" pos="905" userDrawn="1">
          <p15:clr>
            <a:srgbClr val="5ACBF0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osing logo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55CD1CF4-BF52-4A9A-864B-B7138A0D8208}"/>
              </a:ext>
            </a:extLst>
          </p:cNvPr>
          <p:cNvPicPr>
            <a:picLocks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84202" y="585791"/>
            <a:ext cx="1339351" cy="29260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CB3EC8B-A541-4803-BD06-4CF36BCBC7AC}"/>
              </a:ext>
            </a:extLst>
          </p:cNvPr>
          <p:cNvSpPr txBox="1"/>
          <p:nvPr userDrawn="1"/>
        </p:nvSpPr>
        <p:spPr>
          <a:xfrm>
            <a:off x="196320" y="6553366"/>
            <a:ext cx="114455" cy="190581"/>
          </a:xfrm>
          <a:prstGeom prst="rect">
            <a:avLst/>
          </a:prstGeom>
          <a:noFill/>
        </p:spPr>
        <p:txBody>
          <a:bodyPr wrap="none" lIns="0" tIns="41029" rIns="0" bIns="41029" rtlCol="0" anchor="ctr">
            <a:spAutoFit/>
          </a:bodyPr>
          <a:lstStyle/>
          <a:p>
            <a:pPr algn="r">
              <a:defRPr/>
            </a:pPr>
            <a:fld id="{B50A2252-0B00-49D0-9A28-2F5CCECF09D1}" type="slidenum">
              <a:rPr lang="en-US" sz="700" kern="1200" cap="none" spc="10" baseline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pPr algn="r">
                <a:defRPr/>
              </a:pPr>
              <a:t>‹#›</a:t>
            </a:fld>
            <a:endParaRPr lang="en-US" sz="700" kern="1200" cap="none" spc="10" baseline="0" dirty="0">
              <a:solidFill>
                <a:schemeClr val="tx1"/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6" name="Rectangle 5" descr="{&quot;templafy&quot;:{&quot;binding&quot;:&quot;{{Form.Footer}}&quot;,&quot;type&quot;:&quot;text&quot;}}">
            <a:extLst>
              <a:ext uri="{FF2B5EF4-FFF2-40B4-BE49-F238E27FC236}">
                <a16:creationId xmlns:a16="http://schemas.microsoft.com/office/drawing/2014/main" id="{43334FAC-11C2-4DB4-8249-171553FC7893}"/>
              </a:ext>
            </a:extLst>
          </p:cNvPr>
          <p:cNvSpPr/>
          <p:nvPr userDrawn="1"/>
        </p:nvSpPr>
        <p:spPr bwMode="auto">
          <a:xfrm>
            <a:off x="603380" y="6567866"/>
            <a:ext cx="9000000" cy="161105"/>
          </a:xfrm>
          <a:prstGeom prst="rect">
            <a:avLst/>
          </a:prstGeom>
          <a:noFill/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 defTabSz="932519" fontAlgn="base">
              <a:spcBef>
                <a:spcPct val="0"/>
              </a:spcBef>
              <a:spcAft>
                <a:spcPct val="0"/>
              </a:spcAft>
            </a:pPr>
            <a:endParaRPr lang="en-GB" sz="750" dirty="0" err="1">
              <a:solidFill>
                <a:schemeClr val="tx1"/>
              </a:solidFill>
              <a:ea typeface="Segoe UI" pitchFamily="34" charset="0"/>
              <a:cs typeface="Segoe U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25069136"/>
      </p:ext>
    </p:extLst>
  </p:cSld>
  <p:clrMapOvr>
    <a:masterClrMapping/>
  </p:clrMapOvr>
  <p:transition>
    <p:fade/>
  </p:transition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theme" Target="../theme/theme1.xml"/><Relationship Id="rId29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 userDrawn="1">
            <p:ph type="title"/>
          </p:nvPr>
        </p:nvSpPr>
        <p:spPr>
          <a:xfrm>
            <a:off x="588264" y="591794"/>
            <a:ext cx="11018521" cy="430887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3"/>
          <p:cNvSpPr>
            <a:spLocks noGrp="1"/>
          </p:cNvSpPr>
          <p:nvPr userDrawn="1">
            <p:ph type="body" idx="1"/>
          </p:nvPr>
        </p:nvSpPr>
        <p:spPr>
          <a:xfrm>
            <a:off x="584200" y="1435503"/>
            <a:ext cx="11018521" cy="4830706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pSp>
        <p:nvGrpSpPr>
          <p:cNvPr id="47" name="GRID" hidden="1">
            <a:extLst>
              <a:ext uri="{FF2B5EF4-FFF2-40B4-BE49-F238E27FC236}">
                <a16:creationId xmlns:a16="http://schemas.microsoft.com/office/drawing/2014/main" id="{32B5FFBF-552A-4973-B5B3-9EE3A765185F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5CD412E5-2492-4063-96AB-C451FC39F2B6}"/>
                </a:ext>
              </a:extLst>
            </p:cNvPr>
            <p:cNvCxnSpPr/>
            <p:nvPr/>
          </p:nvCxnSpPr>
          <p:spPr>
            <a:xfrm>
              <a:off x="0" y="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D25E7FAE-6A98-413B-871E-10F8DF6FF1E3}"/>
                </a:ext>
              </a:extLst>
            </p:cNvPr>
            <p:cNvCxnSpPr/>
            <p:nvPr/>
          </p:nvCxnSpPr>
          <p:spPr>
            <a:xfrm>
              <a:off x="0" y="29260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EF42BDE7-00A0-446E-9CEE-23DDF6A13E6E}"/>
                </a:ext>
              </a:extLst>
            </p:cNvPr>
            <p:cNvCxnSpPr/>
            <p:nvPr/>
          </p:nvCxnSpPr>
          <p:spPr>
            <a:xfrm>
              <a:off x="0" y="585216"/>
              <a:ext cx="12188952" cy="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AD48FF31-9C6A-4C0C-AB96-ED556488A1BA}"/>
                </a:ext>
              </a:extLst>
            </p:cNvPr>
            <p:cNvCxnSpPr/>
            <p:nvPr/>
          </p:nvCxnSpPr>
          <p:spPr>
            <a:xfrm>
              <a:off x="0" y="6272784"/>
              <a:ext cx="12188952" cy="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28D811B2-F122-4FF3-A4F6-E7291A5152BB}"/>
                </a:ext>
              </a:extLst>
            </p:cNvPr>
            <p:cNvCxnSpPr/>
            <p:nvPr/>
          </p:nvCxnSpPr>
          <p:spPr>
            <a:xfrm>
              <a:off x="0" y="656539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A2029335-BA6E-4B6F-B752-D02603169DE6}"/>
                </a:ext>
              </a:extLst>
            </p:cNvPr>
            <p:cNvCxnSpPr/>
            <p:nvPr/>
          </p:nvCxnSpPr>
          <p:spPr>
            <a:xfrm>
              <a:off x="0" y="685800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708D55A0-D16C-4191-B9F9-C95B51610B5E}"/>
                </a:ext>
              </a:extLst>
            </p:cNvPr>
            <p:cNvCxnSpPr/>
            <p:nvPr/>
          </p:nvCxnSpPr>
          <p:spPr>
            <a:xfrm>
              <a:off x="0" y="87782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DA3FCB58-9F61-404B-A493-7860A942FCC2}"/>
                </a:ext>
              </a:extLst>
            </p:cNvPr>
            <p:cNvCxnSpPr/>
            <p:nvPr/>
          </p:nvCxnSpPr>
          <p:spPr>
            <a:xfrm>
              <a:off x="0" y="117043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0EFD38DF-4402-499A-B7B2-D5BBF3AD467C}"/>
                </a:ext>
              </a:extLst>
            </p:cNvPr>
            <p:cNvCxnSpPr/>
            <p:nvPr/>
          </p:nvCxnSpPr>
          <p:spPr>
            <a:xfrm>
              <a:off x="0" y="146304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26DFD209-A624-4FEA-8F60-067FBF0CC1E8}"/>
                </a:ext>
              </a:extLst>
            </p:cNvPr>
            <p:cNvCxnSpPr/>
            <p:nvPr/>
          </p:nvCxnSpPr>
          <p:spPr>
            <a:xfrm>
              <a:off x="0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F1B8ED61-88C3-48AA-91A7-BFD779B3B3BA}"/>
                </a:ext>
              </a:extLst>
            </p:cNvPr>
            <p:cNvCxnSpPr/>
            <p:nvPr/>
          </p:nvCxnSpPr>
          <p:spPr>
            <a:xfrm>
              <a:off x="585216" y="0"/>
              <a:ext cx="0" cy="685800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822AC47D-49D2-4B9E-B580-53A7922E5654}"/>
                </a:ext>
              </a:extLst>
            </p:cNvPr>
            <p:cNvCxnSpPr/>
            <p:nvPr/>
          </p:nvCxnSpPr>
          <p:spPr>
            <a:xfrm>
              <a:off x="292608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20D7A2DB-4310-49CD-83F6-55B33BE76665}"/>
                </a:ext>
              </a:extLst>
            </p:cNvPr>
            <p:cNvCxnSpPr/>
            <p:nvPr/>
          </p:nvCxnSpPr>
          <p:spPr>
            <a:xfrm>
              <a:off x="877824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20C40071-7BC6-4682-9CD1-0631E07C9F11}"/>
                </a:ext>
              </a:extLst>
            </p:cNvPr>
            <p:cNvCxnSpPr/>
            <p:nvPr/>
          </p:nvCxnSpPr>
          <p:spPr>
            <a:xfrm>
              <a:off x="1170432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EE0ACFAA-26E9-44D2-BEF0-E02CAE93F397}"/>
                </a:ext>
              </a:extLst>
            </p:cNvPr>
            <p:cNvCxnSpPr/>
            <p:nvPr/>
          </p:nvCxnSpPr>
          <p:spPr>
            <a:xfrm>
              <a:off x="11021568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385D1186-93AE-4B67-8544-763E0B213AAC}"/>
                </a:ext>
              </a:extLst>
            </p:cNvPr>
            <p:cNvCxnSpPr/>
            <p:nvPr/>
          </p:nvCxnSpPr>
          <p:spPr>
            <a:xfrm>
              <a:off x="11606784" y="0"/>
              <a:ext cx="0" cy="685800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CB1D45AE-FC53-4BB4-A9CD-C563C03A1195}"/>
                </a:ext>
              </a:extLst>
            </p:cNvPr>
            <p:cNvCxnSpPr/>
            <p:nvPr/>
          </p:nvCxnSpPr>
          <p:spPr>
            <a:xfrm>
              <a:off x="11314176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8325177A-06D9-4C2A-B7EF-984A90245BF7}"/>
                </a:ext>
              </a:extLst>
            </p:cNvPr>
            <p:cNvCxnSpPr/>
            <p:nvPr/>
          </p:nvCxnSpPr>
          <p:spPr>
            <a:xfrm>
              <a:off x="11899392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D2B67796-DF72-4C3B-A79D-7534FD3084C9}"/>
                </a:ext>
              </a:extLst>
            </p:cNvPr>
            <p:cNvCxnSpPr/>
            <p:nvPr/>
          </p:nvCxnSpPr>
          <p:spPr>
            <a:xfrm>
              <a:off x="12192000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C8B2C409-2FF7-4120-9E48-02A446B82DD6}"/>
                </a:ext>
              </a:extLst>
            </p:cNvPr>
            <p:cNvCxnSpPr/>
            <p:nvPr/>
          </p:nvCxnSpPr>
          <p:spPr>
            <a:xfrm>
              <a:off x="0" y="175564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F3E0130A-B11A-42AB-8439-3CB0569F1C08}"/>
                </a:ext>
              </a:extLst>
            </p:cNvPr>
            <p:cNvCxnSpPr/>
            <p:nvPr/>
          </p:nvCxnSpPr>
          <p:spPr>
            <a:xfrm>
              <a:off x="0" y="2048256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0840B631-CB23-44B8-823B-56619D54F0E4}"/>
                </a:ext>
              </a:extLst>
            </p:cNvPr>
            <p:cNvCxnSpPr/>
            <p:nvPr/>
          </p:nvCxnSpPr>
          <p:spPr>
            <a:xfrm>
              <a:off x="0" y="234086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C7DD460B-BBE5-43D6-95DF-C1C1CC6239C6}"/>
                </a:ext>
              </a:extLst>
            </p:cNvPr>
            <p:cNvCxnSpPr/>
            <p:nvPr/>
          </p:nvCxnSpPr>
          <p:spPr>
            <a:xfrm>
              <a:off x="0" y="263347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7F5BEEB4-62B8-420A-9489-8319B9432C34}"/>
                </a:ext>
              </a:extLst>
            </p:cNvPr>
            <p:cNvCxnSpPr/>
            <p:nvPr/>
          </p:nvCxnSpPr>
          <p:spPr>
            <a:xfrm>
              <a:off x="0" y="292608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79242164-82A4-4DA9-B78C-33430C241872}"/>
                </a:ext>
              </a:extLst>
            </p:cNvPr>
            <p:cNvCxnSpPr/>
            <p:nvPr/>
          </p:nvCxnSpPr>
          <p:spPr>
            <a:xfrm>
              <a:off x="0" y="321868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1D8767DD-4892-4904-AE72-87087DD9CCC2}"/>
                </a:ext>
              </a:extLst>
            </p:cNvPr>
            <p:cNvCxnSpPr/>
            <p:nvPr/>
          </p:nvCxnSpPr>
          <p:spPr>
            <a:xfrm>
              <a:off x="0" y="3511296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245FC793-2AD0-4021-B3FB-391EDDE6CB63}"/>
                </a:ext>
              </a:extLst>
            </p:cNvPr>
            <p:cNvCxnSpPr/>
            <p:nvPr userDrawn="1"/>
          </p:nvCxnSpPr>
          <p:spPr>
            <a:xfrm>
              <a:off x="0" y="380390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8091C6C8-296D-4AA9-8F03-7DEA5FA7D71A}"/>
                </a:ext>
              </a:extLst>
            </p:cNvPr>
            <p:cNvCxnSpPr/>
            <p:nvPr userDrawn="1"/>
          </p:nvCxnSpPr>
          <p:spPr>
            <a:xfrm>
              <a:off x="0" y="409651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71CBDA8A-698A-4B1C-BC41-CD72C2900FE8}"/>
                </a:ext>
              </a:extLst>
            </p:cNvPr>
            <p:cNvCxnSpPr/>
            <p:nvPr userDrawn="1"/>
          </p:nvCxnSpPr>
          <p:spPr>
            <a:xfrm>
              <a:off x="0" y="438912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F0780C82-EF19-43A2-BF1B-31FDFBA092CA}"/>
                </a:ext>
              </a:extLst>
            </p:cNvPr>
            <p:cNvCxnSpPr/>
            <p:nvPr userDrawn="1"/>
          </p:nvCxnSpPr>
          <p:spPr>
            <a:xfrm>
              <a:off x="0" y="468172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13492339-9370-44E2-8C4D-414393DEB764}"/>
                </a:ext>
              </a:extLst>
            </p:cNvPr>
            <p:cNvCxnSpPr/>
            <p:nvPr userDrawn="1"/>
          </p:nvCxnSpPr>
          <p:spPr>
            <a:xfrm>
              <a:off x="0" y="4974336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EBF7CE2A-C0A7-4C6F-88B8-E40107AE34E8}"/>
                </a:ext>
              </a:extLst>
            </p:cNvPr>
            <p:cNvCxnSpPr/>
            <p:nvPr userDrawn="1"/>
          </p:nvCxnSpPr>
          <p:spPr>
            <a:xfrm>
              <a:off x="0" y="526694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CCD7A1D0-B060-4037-BFAE-80FAF89CC35F}"/>
                </a:ext>
              </a:extLst>
            </p:cNvPr>
            <p:cNvCxnSpPr/>
            <p:nvPr userDrawn="1"/>
          </p:nvCxnSpPr>
          <p:spPr>
            <a:xfrm>
              <a:off x="0" y="555955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2A121C21-7F60-43D7-B9B4-682B9D22E24D}"/>
                </a:ext>
              </a:extLst>
            </p:cNvPr>
            <p:cNvCxnSpPr/>
            <p:nvPr userDrawn="1"/>
          </p:nvCxnSpPr>
          <p:spPr>
            <a:xfrm>
              <a:off x="0" y="585216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.64 square" hidden="1">
            <a:extLst>
              <a:ext uri="{FF2B5EF4-FFF2-40B4-BE49-F238E27FC236}">
                <a16:creationId xmlns:a16="http://schemas.microsoft.com/office/drawing/2014/main" id="{90E0CE0A-15D7-405F-8DFA-B7F5AF47B03C}"/>
              </a:ext>
            </a:extLst>
          </p:cNvPr>
          <p:cNvSpPr/>
          <p:nvPr userDrawn="1"/>
        </p:nvSpPr>
        <p:spPr bwMode="auto">
          <a:xfrm>
            <a:off x="0" y="0"/>
            <a:ext cx="585216" cy="585216"/>
          </a:xfrm>
          <a:prstGeom prst="rect">
            <a:avLst/>
          </a:prstGeom>
          <a:solidFill>
            <a:schemeClr val="tx1">
              <a:alpha val="17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519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35" name=".32 square" hidden="1">
            <a:extLst>
              <a:ext uri="{FF2B5EF4-FFF2-40B4-BE49-F238E27FC236}">
                <a16:creationId xmlns:a16="http://schemas.microsoft.com/office/drawing/2014/main" id="{09835393-211C-428D-B22F-51EE7A413599}"/>
              </a:ext>
            </a:extLst>
          </p:cNvPr>
          <p:cNvSpPr/>
          <p:nvPr userDrawn="1"/>
        </p:nvSpPr>
        <p:spPr bwMode="auto">
          <a:xfrm>
            <a:off x="0" y="0"/>
            <a:ext cx="292608" cy="292608"/>
          </a:xfrm>
          <a:prstGeom prst="rect">
            <a:avLst/>
          </a:prstGeom>
          <a:solidFill>
            <a:schemeClr val="tx1">
              <a:alpha val="17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519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6B11974-843F-5942-BA9E-97ADE41C9A58}"/>
              </a:ext>
            </a:extLst>
          </p:cNvPr>
          <p:cNvSpPr txBox="1"/>
          <p:nvPr userDrawn="1"/>
        </p:nvSpPr>
        <p:spPr>
          <a:xfrm>
            <a:off x="196320" y="6553366"/>
            <a:ext cx="114455" cy="190581"/>
          </a:xfrm>
          <a:prstGeom prst="rect">
            <a:avLst/>
          </a:prstGeom>
          <a:noFill/>
        </p:spPr>
        <p:txBody>
          <a:bodyPr wrap="none" lIns="0" tIns="41029" rIns="0" bIns="41029" rtlCol="0" anchor="ctr">
            <a:spAutoFit/>
          </a:bodyPr>
          <a:lstStyle/>
          <a:p>
            <a:pPr algn="r">
              <a:defRPr/>
            </a:pPr>
            <a:fld id="{B50A2252-0B00-49D0-9A28-2F5CCECF09D1}" type="slidenum">
              <a:rPr lang="en-US" sz="700" kern="1200" cap="none" spc="10" baseline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pPr algn="r">
                <a:defRPr/>
              </a:pPr>
              <a:t>‹#›</a:t>
            </a:fld>
            <a:endParaRPr lang="en-US" sz="700" kern="1200" cap="none" spc="10" baseline="0" dirty="0">
              <a:solidFill>
                <a:schemeClr val="tx1"/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C37A066-5679-7640-9C08-54559BF7A6BC}"/>
              </a:ext>
            </a:extLst>
          </p:cNvPr>
          <p:cNvSpPr txBox="1"/>
          <p:nvPr userDrawn="1"/>
        </p:nvSpPr>
        <p:spPr>
          <a:xfrm>
            <a:off x="444516" y="6543252"/>
            <a:ext cx="26930" cy="198276"/>
          </a:xfrm>
          <a:prstGeom prst="rect">
            <a:avLst/>
          </a:prstGeom>
          <a:noFill/>
        </p:spPr>
        <p:txBody>
          <a:bodyPr wrap="none" lIns="0" tIns="41029" rIns="0" bIns="41029" rtlCol="0" anchor="ctr">
            <a:spAutoFit/>
          </a:bodyPr>
          <a:lstStyle/>
          <a:p>
            <a:pPr marL="0" marR="0" indent="0" algn="l" defTabSz="91441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750" spc="10" dirty="0">
                <a:solidFill>
                  <a:schemeClr val="bg1"/>
                </a:solidFill>
                <a:cs typeface="Arial" panose="020B0604020202020204" pitchFamily="34" charset="0"/>
              </a:rPr>
              <a:t>|</a:t>
            </a:r>
          </a:p>
        </p:txBody>
      </p:sp>
      <p:sp>
        <p:nvSpPr>
          <p:cNvPr id="50" name="Rectangle 49" descr="{&quot;templafy&quot;:{&quot;binding&quot;:&quot;{{Form.Footer}}&quot;,&quot;type&quot;:&quot;text&quot;}}">
            <a:extLst>
              <a:ext uri="{FF2B5EF4-FFF2-40B4-BE49-F238E27FC236}">
                <a16:creationId xmlns:a16="http://schemas.microsoft.com/office/drawing/2014/main" id="{31FF5E37-9042-4844-B9BE-993B8146017C}"/>
              </a:ext>
            </a:extLst>
          </p:cNvPr>
          <p:cNvSpPr/>
          <p:nvPr userDrawn="1"/>
        </p:nvSpPr>
        <p:spPr bwMode="auto">
          <a:xfrm>
            <a:off x="603380" y="6567866"/>
            <a:ext cx="9000000" cy="161105"/>
          </a:xfrm>
          <a:prstGeom prst="rect">
            <a:avLst/>
          </a:prstGeom>
          <a:noFill/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 defTabSz="932519" fontAlgn="base">
              <a:spcBef>
                <a:spcPct val="0"/>
              </a:spcBef>
              <a:spcAft>
                <a:spcPct val="0"/>
              </a:spcAft>
            </a:pPr>
            <a:endParaRPr lang="en-GB" sz="750" dirty="0" err="1">
              <a:solidFill>
                <a:schemeClr val="tx1"/>
              </a:solidFill>
              <a:ea typeface="Segoe UI" pitchFamily="34" charset="0"/>
              <a:cs typeface="Segoe UI" pitchFamily="34" charset="0"/>
            </a:endParaRPr>
          </a:p>
        </p:txBody>
      </p:sp>
      <p:pic>
        <p:nvPicPr>
          <p:cNvPr id="52" name="Picture 51">
            <a:extLst>
              <a:ext uri="{FF2B5EF4-FFF2-40B4-BE49-F238E27FC236}">
                <a16:creationId xmlns:a16="http://schemas.microsoft.com/office/drawing/2014/main" id="{37D7AC4D-9491-4E01-B00E-358B03A637B8}"/>
              </a:ext>
            </a:extLst>
          </p:cNvPr>
          <p:cNvPicPr>
            <a:picLocks noChangeAspect="1"/>
          </p:cNvPicPr>
          <p:nvPr userDrawn="1"/>
        </p:nvPicPr>
        <p:blipFill>
          <a:blip r:embed="rId29"/>
          <a:stretch>
            <a:fillRect/>
          </a:stretch>
        </p:blipFill>
        <p:spPr>
          <a:xfrm>
            <a:off x="11410467" y="6561727"/>
            <a:ext cx="645078" cy="15374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9933A70-94AC-9AB9-87C4-F5766CAAC071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63501" y="63502"/>
            <a:ext cx="995364" cy="153888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1000">
                <a:solidFill>
                  <a:srgbClr val="008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[Copyright &lt;Year&gt;]</a:t>
            </a:r>
          </a:p>
        </p:txBody>
      </p:sp>
    </p:spTree>
    <p:extLst>
      <p:ext uri="{BB962C8B-B14F-4D97-AF65-F5344CB8AC3E}">
        <p14:creationId xmlns:p14="http://schemas.microsoft.com/office/powerpoint/2010/main" val="35884276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920" r:id="rId1"/>
    <p:sldLayoutId id="2147484833" r:id="rId2"/>
    <p:sldLayoutId id="2147484710" r:id="rId3"/>
    <p:sldLayoutId id="2147484240" r:id="rId4"/>
    <p:sldLayoutId id="2147484736" r:id="rId5"/>
    <p:sldLayoutId id="2147484474" r:id="rId6"/>
    <p:sldLayoutId id="2147484639" r:id="rId7"/>
    <p:sldLayoutId id="2147484603" r:id="rId8"/>
    <p:sldLayoutId id="2147484919" r:id="rId9"/>
    <p:sldLayoutId id="2147484751" r:id="rId10"/>
    <p:sldLayoutId id="2147484914" r:id="rId11"/>
    <p:sldLayoutId id="2147484835" r:id="rId12"/>
    <p:sldLayoutId id="2147484836" r:id="rId13"/>
    <p:sldLayoutId id="2147484837" r:id="rId14"/>
    <p:sldLayoutId id="2147484838" r:id="rId15"/>
    <p:sldLayoutId id="2147484923" r:id="rId16"/>
    <p:sldLayoutId id="2147484925" r:id="rId17"/>
    <p:sldLayoutId id="2147484839" r:id="rId18"/>
    <p:sldLayoutId id="2147484922" r:id="rId19"/>
    <p:sldLayoutId id="2147484783" r:id="rId20"/>
    <p:sldLayoutId id="2147484784" r:id="rId21"/>
    <p:sldLayoutId id="2147484787" r:id="rId22"/>
    <p:sldLayoutId id="2147484249" r:id="rId23"/>
    <p:sldLayoutId id="2147484671" r:id="rId24"/>
    <p:sldLayoutId id="2147484585" r:id="rId25"/>
    <p:sldLayoutId id="2147484924" r:id="rId26"/>
    <p:sldLayoutId id="2147484299" r:id="rId27"/>
  </p:sldLayoutIdLst>
  <p:transition>
    <p:fade/>
  </p:transition>
  <p:hf hdr="0" dt="0"/>
  <p:txStyles>
    <p:titleStyle>
      <a:lvl1pPr algn="l" defTabSz="932789" rtl="0" eaLnBrk="1" latinLnBrk="0" hangingPunct="1">
        <a:lnSpc>
          <a:spcPct val="100000"/>
        </a:lnSpc>
        <a:spcBef>
          <a:spcPct val="0"/>
        </a:spcBef>
        <a:buNone/>
        <a:defRPr lang="en-US" sz="2800" b="1" kern="1200" cap="none" spc="0" baseline="0" dirty="0" smtClean="0">
          <a:ln w="3175">
            <a:noFill/>
          </a:ln>
          <a:solidFill>
            <a:schemeClr val="tx1"/>
          </a:solidFill>
          <a:effectLst/>
          <a:latin typeface="+mj-lt"/>
          <a:ea typeface="+mn-ea"/>
          <a:cs typeface="Segoe UI" pitchFamily="34" charset="0"/>
        </a:defRPr>
      </a:lvl1pPr>
    </p:titleStyle>
    <p:bodyStyle>
      <a:lvl1pPr marL="228611" marR="0" indent="-228611" algn="l" defTabSz="932789" rtl="0" eaLnBrk="1" fontAlgn="auto" latinLnBrk="0" hangingPunct="1">
        <a:lnSpc>
          <a:spcPct val="100000"/>
        </a:lnSpc>
        <a:spcBef>
          <a:spcPts val="600"/>
        </a:spcBef>
        <a:spcAft>
          <a:spcPts val="0"/>
        </a:spcAft>
        <a:buClr>
          <a:schemeClr val="accent1"/>
        </a:buClr>
        <a:buSzPct val="100000"/>
        <a:buFont typeface="Arial" panose="020B0604020202020204" pitchFamily="34" charset="0"/>
        <a:buChar char="•"/>
        <a:tabLst/>
        <a:defRPr sz="1800" kern="1200" spc="0" baseline="0">
          <a:solidFill>
            <a:schemeClr val="tx1"/>
          </a:solidFill>
          <a:latin typeface="+mn-lt"/>
          <a:ea typeface="+mn-ea"/>
          <a:cs typeface="Segoe UI" panose="020B0502040204020203" pitchFamily="34" charset="0"/>
        </a:defRPr>
      </a:lvl1pPr>
      <a:lvl2pPr marL="457223" marR="0" indent="-228611" algn="l" defTabSz="932789" rtl="0" eaLnBrk="1" fontAlgn="auto" latinLnBrk="0" hangingPunct="1">
        <a:lnSpc>
          <a:spcPct val="100000"/>
        </a:lnSpc>
        <a:spcBef>
          <a:spcPts val="300"/>
        </a:spcBef>
        <a:spcAft>
          <a:spcPts val="0"/>
        </a:spcAft>
        <a:buClr>
          <a:schemeClr val="accent1"/>
        </a:buClr>
        <a:buSzPct val="100000"/>
        <a:buFont typeface="Arial" panose="020B0604020202020204" pitchFamily="34" charset="0"/>
        <a:buChar char="•"/>
        <a:tabLst/>
        <a:defRPr sz="1600" kern="1200" spc="0" baseline="0">
          <a:solidFill>
            <a:schemeClr val="tx1"/>
          </a:solidFill>
          <a:latin typeface="+mn-lt"/>
          <a:ea typeface="+mn-ea"/>
          <a:cs typeface="+mn-cs"/>
        </a:defRPr>
      </a:lvl2pPr>
      <a:lvl3pPr marL="657258" marR="0" indent="-200035" algn="l" defTabSz="932789" rtl="0" eaLnBrk="1" fontAlgn="auto" latinLnBrk="0" hangingPunct="1">
        <a:lnSpc>
          <a:spcPct val="100000"/>
        </a:lnSpc>
        <a:spcBef>
          <a:spcPts val="300"/>
        </a:spcBef>
        <a:spcAft>
          <a:spcPts val="0"/>
        </a:spcAft>
        <a:buClr>
          <a:schemeClr val="accent1"/>
        </a:buClr>
        <a:buSzPct val="100000"/>
        <a:buFont typeface="Arial" panose="020B0604020202020204" pitchFamily="34" charset="0"/>
        <a:buChar char="•"/>
        <a:tabLst/>
        <a:defRPr sz="1200" kern="1200" spc="0" baseline="0">
          <a:solidFill>
            <a:schemeClr val="tx1"/>
          </a:solidFill>
          <a:latin typeface="+mn-lt"/>
          <a:ea typeface="+mn-ea"/>
          <a:cs typeface="+mn-cs"/>
        </a:defRPr>
      </a:lvl3pPr>
      <a:lvl4pPr marL="843005" marR="0" indent="-180984" algn="l" defTabSz="932789" rtl="0" eaLnBrk="1" fontAlgn="auto" latinLnBrk="0" hangingPunct="1">
        <a:lnSpc>
          <a:spcPct val="100000"/>
        </a:lnSpc>
        <a:spcBef>
          <a:spcPts val="300"/>
        </a:spcBef>
        <a:spcAft>
          <a:spcPts val="0"/>
        </a:spcAft>
        <a:buClr>
          <a:schemeClr val="accent1"/>
        </a:buClr>
        <a:buSzPct val="100000"/>
        <a:buFont typeface="Arial" panose="020B0604020202020204" pitchFamily="34" charset="0"/>
        <a:buChar char="•"/>
        <a:tabLst/>
        <a:defRPr sz="1100" kern="1200" spc="0" baseline="0">
          <a:solidFill>
            <a:schemeClr val="tx1"/>
          </a:solidFill>
          <a:latin typeface="+mn-lt"/>
          <a:ea typeface="+mn-ea"/>
          <a:cs typeface="+mn-cs"/>
        </a:defRPr>
      </a:lvl4pPr>
      <a:lvl5pPr marL="1023989" marR="0" indent="-168284" algn="l" defTabSz="932789" rtl="0" eaLnBrk="1" fontAlgn="auto" latinLnBrk="0" hangingPunct="1">
        <a:lnSpc>
          <a:spcPct val="100000"/>
        </a:lnSpc>
        <a:spcBef>
          <a:spcPts val="300"/>
        </a:spcBef>
        <a:spcAft>
          <a:spcPts val="0"/>
        </a:spcAft>
        <a:buClr>
          <a:schemeClr val="accent1"/>
        </a:buClr>
        <a:buSzPct val="100000"/>
        <a:buFont typeface="Arial" panose="020B0604020202020204" pitchFamily="34" charset="0"/>
        <a:buChar char="•"/>
        <a:tabLst/>
        <a:defRPr sz="1100" kern="1200" spc="0" baseline="0">
          <a:solidFill>
            <a:schemeClr val="tx1"/>
          </a:solidFill>
          <a:latin typeface="+mn-lt"/>
          <a:ea typeface="+mn-ea"/>
          <a:cs typeface="+mn-cs"/>
        </a:defRPr>
      </a:lvl5pPr>
      <a:lvl6pPr marL="2565168" indent="-233198" algn="l" defTabSz="932789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3031564" indent="-233198" algn="l" defTabSz="932789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97958" indent="-233198" algn="l" defTabSz="932789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964354" indent="-233198" algn="l" defTabSz="932789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327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66395" algn="l" defTabSz="9327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32789" algn="l" defTabSz="9327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99183" algn="l" defTabSz="9327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65577" algn="l" defTabSz="9327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331973" algn="l" defTabSz="9327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98366" algn="l" defTabSz="9327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64761" algn="l" defTabSz="9327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731156" algn="l" defTabSz="9327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6" pos="368" userDrawn="1">
          <p15:clr>
            <a:srgbClr val="C35EA4"/>
          </p15:clr>
        </p15:guide>
        <p15:guide id="17" pos="7313" userDrawn="1">
          <p15:clr>
            <a:srgbClr val="C35EA4"/>
          </p15:clr>
        </p15:guide>
        <p15:guide id="25" orient="horz" pos="369" userDrawn="1">
          <p15:clr>
            <a:srgbClr val="C35EA4"/>
          </p15:clr>
        </p15:guide>
        <p15:guide id="26" orient="horz" pos="3949" userDrawn="1">
          <p15:clr>
            <a:srgbClr val="C35EA4"/>
          </p15:clr>
        </p15:guide>
        <p15:guide id="27" orient="horz" pos="184" userDrawn="1">
          <p15:clr>
            <a:srgbClr val="A4A3A4"/>
          </p15:clr>
        </p15:guide>
        <p15:guide id="28" pos="186" userDrawn="1">
          <p15:clr>
            <a:srgbClr val="A4A3A4"/>
          </p15:clr>
        </p15:guide>
        <p15:guide id="29" orient="horz" pos="4135" userDrawn="1">
          <p15:clr>
            <a:srgbClr val="A4A3A4"/>
          </p15:clr>
        </p15:guide>
        <p15:guide id="30" pos="7495" userDrawn="1">
          <p15:clr>
            <a:srgbClr val="A4A3A4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tags" Target="../tags/tag1.xml"/><Relationship Id="rId2" Type="http://schemas.openxmlformats.org/officeDocument/2006/relationships/tags" Target="../tags/tag2.xml"/><Relationship Id="rId3" Type="http://schemas.openxmlformats.org/officeDocument/2006/relationships/slideLayout" Target="../slideLayouts/slideLayout7.xml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emf"/><Relationship Id="rId8" Type="http://schemas.openxmlformats.org/officeDocument/2006/relationships/image" Target="../media/image6.emf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FE9E712C-8D01-093E-F260-B456F83385A5}"/>
              </a:ext>
            </a:extLst>
          </p:cNvPr>
          <p:cNvSpPr txBox="1">
            <a:spLocks/>
          </p:cNvSpPr>
          <p:nvPr/>
        </p:nvSpPr>
        <p:spPr>
          <a:xfrm>
            <a:off x="179805" y="1777776"/>
            <a:ext cx="3628478" cy="46007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sz="1000" b="1"/>
              <a:t>背景：</a:t>
            </a:r>
          </a:p>
          <a:p>
            <a:r>
              <a:rPr sz="1000" b="0"/>
              <a:t>仙八色鸫是国家二级保护动物、IUCN 易危物种，野外监测需长时间蹲守。</a:t>
            </a:r>
          </a:p>
          <a:p>
            <a:r>
              <a:rPr sz="1000" b="0"/>
              <a:t>本系统在 PYNQ-Z2 上实现'鸣声检测-视觉确认-自动录像'全自动闭环。</a:t>
            </a:r>
          </a:p>
          <a:p>
            <a:r>
              <a:rPr sz="1000" b="0"/>
              <a:t/>
            </a:r>
          </a:p>
          <a:p>
            <a:r>
              <a:rPr sz="1000" b="1"/>
              <a:t>技术方案：</a:t>
            </a:r>
          </a:p>
          <a:p>
            <a:r>
              <a:rPr sz="1000" b="0"/>
              <a:t>1. PL 侧 I2S+AXI DMA 采集 INMP441 麦克风，32kHz 实时流不占 CPU</a:t>
            </a:r>
          </a:p>
          <a:p>
            <a:r>
              <a:rPr sz="1000" b="0"/>
              <a:t>2. PS 侧 3 层 CNN 鸟鸣检测，阈值 0.985 触发视觉端</a:t>
            </a:r>
          </a:p>
          <a:p>
            <a:r>
              <a:rPr sz="1000" b="0"/>
              <a:t>3. USB 摄像头 + YOLOv8n(NCNN) 确认目标，自动抓拍录像</a:t>
            </a:r>
          </a:p>
          <a:p>
            <a:r>
              <a:rPr sz="1000" b="0"/>
              <a:t>4. Vitis HLS 定点 GEMM 核验证 conv1 硬件加速（纯核 4.64x）</a:t>
            </a:r>
          </a:p>
          <a:p>
            <a:r>
              <a:rPr sz="1000" b="0"/>
              <a:t>5. 目标存在性录像：misses=3 后结束，存储效率提升 5-10 倍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7C995DB8-75D8-49DC-0386-88FDA75197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5397" y="1083754"/>
            <a:ext cx="2795337" cy="414731"/>
          </a:xfrm>
          <a:solidFill>
            <a:srgbClr val="2F2F2F"/>
          </a:solidFill>
        </p:spPr>
        <p:txBody>
          <a:bodyPr>
            <a:normAutofit/>
          </a:bodyPr>
          <a:lstStyle/>
          <a:p>
            <a:pPr algn="ctr">
              <a:lnSpc>
                <a:spcPct val="150000"/>
              </a:lnSpc>
              <a:spcBef>
                <a:spcPts val="1200"/>
              </a:spcBef>
            </a:pPr>
            <a:r>
              <a:rPr lang="en-US" sz="1600" b="1" dirty="0">
                <a:solidFill>
                  <a:schemeClr val="bg1"/>
                </a:solidFill>
                <a:latin typeface="Aharoni" panose="020F0502020204030204" pitchFamily="34" charset="0"/>
                <a:cs typeface="Aharoni" panose="020F0502020204030204" pitchFamily="34" charset="0"/>
              </a:rPr>
              <a:t>项目简介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55E59B8-9F4D-053C-0F8B-5ED9412D6AB0}"/>
              </a:ext>
            </a:extLst>
          </p:cNvPr>
          <p:cNvSpPr txBox="1"/>
          <p:nvPr/>
        </p:nvSpPr>
        <p:spPr>
          <a:xfrm>
            <a:off x="214707" y="395735"/>
            <a:ext cx="496920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  <a:sym typeface="+mn-ea"/>
              </a:rPr>
              <a:t>仙八色鸫鸣声与图像协同监测系统</a:t>
            </a: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highlight>
                  <a:srgbClr val="FFFF00"/>
                </a:highlight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  <a:sym typeface="+mn-ea"/>
              </a:rPr>
              <a:t>：</a:t>
            </a:r>
            <a:r>
              <a:rPr kumimoji="0" lang="en-US" altLang="zh-CN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highlight>
                  <a:srgbClr val="FFFF00"/>
                </a:highlight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  <a:sym typeface="+mn-ea"/>
              </a:rPr>
              <a:t>仙八色鸫鸣声与图像协同监测系统</a:t>
            </a: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highlight>
                  <a:srgbClr val="FFFF00"/>
                </a:highlight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  <a:sym typeface="+mn-ea"/>
              </a:rPr>
              <a:t>：</a:t>
            </a:r>
            <a:r>
              <a:rPr kumimoji="0" lang="en-US" altLang="zh-CN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highlight>
                  <a:srgbClr val="FFFF00"/>
                </a:highlight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  <a:sym typeface="+mn-ea"/>
              </a:rPr>
              <a:t>24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highlight>
                <a:srgbClr val="FFFF00"/>
              </a:highlight>
              <a:uLnTx/>
              <a:uFillTx/>
              <a:latin typeface="Times New Roman" panose="02020603050405020304" pitchFamily="18" charset="0"/>
              <a:ea typeface="+mn-ea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F4287D67-CCD3-19BE-8AF4-A871E54A8F95}"/>
              </a:ext>
            </a:extLst>
          </p:cNvPr>
          <p:cNvSpPr txBox="1"/>
          <p:nvPr/>
        </p:nvSpPr>
        <p:spPr>
          <a:xfrm>
            <a:off x="7733160" y="2090674"/>
            <a:ext cx="411468" cy="3188991"/>
          </a:xfrm>
          <a:prstGeom prst="rect">
            <a:avLst/>
          </a:prstGeom>
          <a:solidFill>
            <a:srgbClr val="2F2F2F"/>
          </a:solidFill>
        </p:spPr>
        <p:txBody>
          <a:bodyPr vert="wordArtVert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j-ea"/>
              <a:cs typeface="+mj-cs"/>
            </a:endParaRPr>
          </a:p>
        </p:txBody>
      </p:sp>
      <p:sp>
        <p:nvSpPr>
          <p:cNvPr id="11" name="文本框 4">
            <a:extLst>
              <a:ext uri="{FF2B5EF4-FFF2-40B4-BE49-F238E27FC236}">
                <a16:creationId xmlns:a16="http://schemas.microsoft.com/office/drawing/2014/main" id="{5904B75F-4BA2-630F-7BBB-DFE21DB6713C}"/>
              </a:ext>
            </a:extLst>
          </p:cNvPr>
          <p:cNvSpPr txBox="1"/>
          <p:nvPr/>
        </p:nvSpPr>
        <p:spPr>
          <a:xfrm>
            <a:off x="974840" y="3302281"/>
            <a:ext cx="1882140" cy="24447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indent="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100"/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altLang="zh-CN" sz="11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Typical application case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C6959FA9-7E35-379E-77F4-1F6BBF5DF8D9}"/>
              </a:ext>
            </a:extLst>
          </p:cNvPr>
          <p:cNvCxnSpPr>
            <a:cxnSpLocks/>
          </p:cNvCxnSpPr>
          <p:nvPr/>
        </p:nvCxnSpPr>
        <p:spPr>
          <a:xfrm>
            <a:off x="5986823" y="174738"/>
            <a:ext cx="2322305" cy="1743280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33CCBA0-FAB3-2B8C-FF7C-6D01676E605B}"/>
              </a:ext>
            </a:extLst>
          </p:cNvPr>
          <p:cNvCxnSpPr>
            <a:cxnSpLocks/>
          </p:cNvCxnSpPr>
          <p:nvPr/>
        </p:nvCxnSpPr>
        <p:spPr>
          <a:xfrm flipV="1">
            <a:off x="8309128" y="1906544"/>
            <a:ext cx="3703067" cy="10740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F1E00891-515C-956C-17FC-86789D545647}"/>
              </a:ext>
            </a:extLst>
          </p:cNvPr>
          <p:cNvCxnSpPr>
            <a:cxnSpLocks/>
          </p:cNvCxnSpPr>
          <p:nvPr/>
        </p:nvCxnSpPr>
        <p:spPr>
          <a:xfrm>
            <a:off x="8309128" y="1918018"/>
            <a:ext cx="0" cy="4729429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A1A8BB8A-757B-80CF-815C-9D38C446C382}"/>
              </a:ext>
            </a:extLst>
          </p:cNvPr>
          <p:cNvSpPr txBox="1"/>
          <p:nvPr/>
        </p:nvSpPr>
        <p:spPr>
          <a:xfrm>
            <a:off x="7811791" y="3936576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D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4E20DEE-473C-F0A0-702A-0AA174A7D64D}"/>
              </a:ext>
            </a:extLst>
          </p:cNvPr>
          <p:cNvSpPr txBox="1"/>
          <p:nvPr/>
        </p:nvSpPr>
        <p:spPr>
          <a:xfrm>
            <a:off x="7811791" y="4131400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DEFB17D-6681-9646-6AEB-AA8BC90223D4}"/>
              </a:ext>
            </a:extLst>
          </p:cNvPr>
          <p:cNvSpPr txBox="1"/>
          <p:nvPr/>
        </p:nvSpPr>
        <p:spPr>
          <a:xfrm>
            <a:off x="7811791" y="4333639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S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AB5677F-74CC-855B-F5BA-35FD8189A5E7}"/>
              </a:ext>
            </a:extLst>
          </p:cNvPr>
          <p:cNvSpPr txBox="1"/>
          <p:nvPr/>
        </p:nvSpPr>
        <p:spPr>
          <a:xfrm>
            <a:off x="7811791" y="4528458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I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29E8C42-C5C5-45B5-77EE-81DC6B96AD47}"/>
              </a:ext>
            </a:extLst>
          </p:cNvPr>
          <p:cNvSpPr txBox="1"/>
          <p:nvPr/>
        </p:nvSpPr>
        <p:spPr>
          <a:xfrm>
            <a:off x="7811791" y="4714497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N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E5931B6-43C9-EB12-E37A-11550192C790}"/>
              </a:ext>
            </a:extLst>
          </p:cNvPr>
          <p:cNvSpPr txBox="1"/>
          <p:nvPr/>
        </p:nvSpPr>
        <p:spPr>
          <a:xfrm>
            <a:off x="7811791" y="4910333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G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B9E6047-C2CF-4021-B327-3FBE9E7237E2}"/>
              </a:ext>
            </a:extLst>
          </p:cNvPr>
          <p:cNvSpPr txBox="1"/>
          <p:nvPr/>
        </p:nvSpPr>
        <p:spPr>
          <a:xfrm>
            <a:off x="7796923" y="2081612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C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60AE34A-7A36-83DC-8ED6-25A3D5CD40C7}"/>
              </a:ext>
            </a:extLst>
          </p:cNvPr>
          <p:cNvSpPr txBox="1"/>
          <p:nvPr/>
        </p:nvSpPr>
        <p:spPr>
          <a:xfrm>
            <a:off x="7811791" y="2276436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R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85C4FA3-129B-F950-2BCA-DCE18597BC89}"/>
              </a:ext>
            </a:extLst>
          </p:cNvPr>
          <p:cNvSpPr txBox="1"/>
          <p:nvPr/>
        </p:nvSpPr>
        <p:spPr>
          <a:xfrm>
            <a:off x="7811791" y="2478675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E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B5DE821-D947-FE25-E23C-03CDF7C04F18}"/>
              </a:ext>
            </a:extLst>
          </p:cNvPr>
          <p:cNvSpPr txBox="1"/>
          <p:nvPr/>
        </p:nvSpPr>
        <p:spPr>
          <a:xfrm>
            <a:off x="7811791" y="2673494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A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7966AF8-61F6-A290-A297-72FBA829E9F9}"/>
              </a:ext>
            </a:extLst>
          </p:cNvPr>
          <p:cNvSpPr txBox="1"/>
          <p:nvPr/>
        </p:nvSpPr>
        <p:spPr>
          <a:xfrm>
            <a:off x="7811791" y="2859533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T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DDDAD4C-6371-60F0-D31B-49E106648ED6}"/>
              </a:ext>
            </a:extLst>
          </p:cNvPr>
          <p:cNvSpPr txBox="1"/>
          <p:nvPr/>
        </p:nvSpPr>
        <p:spPr>
          <a:xfrm>
            <a:off x="7811791" y="3055369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I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7559CAE-AB28-7853-E93A-F04FB1CC8255}"/>
              </a:ext>
            </a:extLst>
          </p:cNvPr>
          <p:cNvSpPr txBox="1"/>
          <p:nvPr/>
        </p:nvSpPr>
        <p:spPr>
          <a:xfrm>
            <a:off x="7811791" y="3239853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V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765AD82-5B0D-F511-CED0-2F391E146EBF}"/>
              </a:ext>
            </a:extLst>
          </p:cNvPr>
          <p:cNvSpPr txBox="1"/>
          <p:nvPr/>
        </p:nvSpPr>
        <p:spPr>
          <a:xfrm>
            <a:off x="7811791" y="3440750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2861224-2DEF-8496-CEB1-1EEE08DC3753}"/>
              </a:ext>
            </a:extLst>
          </p:cNvPr>
          <p:cNvSpPr txBox="1"/>
          <p:nvPr/>
        </p:nvSpPr>
        <p:spPr>
          <a:xfrm>
            <a:off x="6499018" y="236828"/>
            <a:ext cx="2423195" cy="2755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  <a:sym typeface="+mn-ea"/>
              </a:rPr>
              <a:t>队员：XXX, XXX, XXX</a:t>
            </a:r>
            <a:endParaRPr kumimoji="0" lang="en-US" altLang="zh-CN" sz="1200" b="1" i="0" u="none" strike="noStrike" kern="1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30" name="文本框 4">
            <a:extLst>
              <a:ext uri="{FF2B5EF4-FFF2-40B4-BE49-F238E27FC236}">
                <a16:creationId xmlns:a16="http://schemas.microsoft.com/office/drawing/2014/main" id="{3AD9C1E2-56A2-91FD-2214-C3508F5F5345}"/>
              </a:ext>
            </a:extLst>
          </p:cNvPr>
          <p:cNvSpPr txBox="1"/>
          <p:nvPr/>
        </p:nvSpPr>
        <p:spPr>
          <a:xfrm>
            <a:off x="10035854" y="1607120"/>
            <a:ext cx="2238705" cy="22088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defPPr>
              <a:defRPr lang="en-US"/>
            </a:defPPr>
            <a:lvl1pPr indent="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100" i="1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altLang="zh-CN" sz="1100" b="1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板端实测：AMD PYNQ-Z2 (XC7Z020)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B2BC273-1ABD-8CAB-E5D8-4D352647280A}"/>
              </a:ext>
            </a:extLst>
          </p:cNvPr>
          <p:cNvSpPr txBox="1"/>
          <p:nvPr/>
        </p:nvSpPr>
        <p:spPr>
          <a:xfrm>
            <a:off x="6931915" y="438594"/>
            <a:ext cx="3800475" cy="645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sz="1400" b="1"/>
              <a:t>武汉大学</a:t>
            </a:r>
          </a:p>
          <a:p>
            <a:r>
              <a:rPr sz="1200"/>
              <a:t>电子信息学院</a:t>
            </a:r>
          </a:p>
        </p:txBody>
      </p:sp>
      <p:sp>
        <p:nvSpPr>
          <p:cNvPr id="32" name="Title 1">
            <a:extLst>
              <a:ext uri="{FF2B5EF4-FFF2-40B4-BE49-F238E27FC236}">
                <a16:creationId xmlns:a16="http://schemas.microsoft.com/office/drawing/2014/main" id="{AE3CBA43-B054-3929-F3E6-E92043E5955C}"/>
              </a:ext>
            </a:extLst>
          </p:cNvPr>
          <p:cNvSpPr txBox="1"/>
          <p:nvPr/>
        </p:nvSpPr>
        <p:spPr>
          <a:xfrm>
            <a:off x="8507018" y="2052136"/>
            <a:ext cx="377933" cy="1678530"/>
          </a:xfrm>
          <a:prstGeom prst="rect">
            <a:avLst/>
          </a:prstGeom>
          <a:solidFill>
            <a:srgbClr val="2F2F2F"/>
          </a:solidFill>
        </p:spPr>
        <p:txBody>
          <a:bodyPr vert="wordArtVert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j-ea"/>
              <a:cs typeface="+mj-cs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6DB4547-F8A8-AC99-BDDA-3BD88EEEFCBA}"/>
              </a:ext>
            </a:extLst>
          </p:cNvPr>
          <p:cNvSpPr txBox="1"/>
          <p:nvPr/>
        </p:nvSpPr>
        <p:spPr>
          <a:xfrm>
            <a:off x="8555488" y="2200504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R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5818903-E8A5-070B-B626-2835FFF26BE2}"/>
              </a:ext>
            </a:extLst>
          </p:cNvPr>
          <p:cNvSpPr txBox="1"/>
          <p:nvPr/>
        </p:nvSpPr>
        <p:spPr>
          <a:xfrm>
            <a:off x="8555488" y="2389574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E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92061FB-4930-B9C6-D201-30FE131249F9}"/>
              </a:ext>
            </a:extLst>
          </p:cNvPr>
          <p:cNvSpPr txBox="1"/>
          <p:nvPr/>
        </p:nvSpPr>
        <p:spPr>
          <a:xfrm>
            <a:off x="8555488" y="2592416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S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1C644A4-F195-B057-8FDB-67F8C1451B3B}"/>
              </a:ext>
            </a:extLst>
          </p:cNvPr>
          <p:cNvSpPr txBox="1"/>
          <p:nvPr/>
        </p:nvSpPr>
        <p:spPr>
          <a:xfrm>
            <a:off x="8555488" y="2810740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U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901D43C-2CF0-2C54-2E0B-69ABAC43B76A}"/>
              </a:ext>
            </a:extLst>
          </p:cNvPr>
          <p:cNvSpPr txBox="1"/>
          <p:nvPr/>
        </p:nvSpPr>
        <p:spPr>
          <a:xfrm>
            <a:off x="8555488" y="3017161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L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B0892E4-2FC6-FFFD-DF5B-D316B8D651FB}"/>
              </a:ext>
            </a:extLst>
          </p:cNvPr>
          <p:cNvSpPr txBox="1"/>
          <p:nvPr/>
        </p:nvSpPr>
        <p:spPr>
          <a:xfrm>
            <a:off x="8555488" y="3218373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T</a:t>
            </a:r>
          </a:p>
        </p:txBody>
      </p:sp>
      <p:pic>
        <p:nvPicPr>
          <p:cNvPr id="39" name="Picture 38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126B71EE-FA39-6F56-7769-2C9328852E8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09872" y="996093"/>
            <a:ext cx="1764303" cy="992420"/>
          </a:xfrm>
          <a:prstGeom prst="rect">
            <a:avLst/>
          </a:prstGeom>
        </p:spPr>
      </p:pic>
      <p:pic>
        <p:nvPicPr>
          <p:cNvPr id="40" name="Picture 11">
            <a:extLst>
              <a:ext uri="{FF2B5EF4-FFF2-40B4-BE49-F238E27FC236}">
                <a16:creationId xmlns:a16="http://schemas.microsoft.com/office/drawing/2014/main" id="{E0DB31F2-788A-25AC-03C5-494E517C5C76}"/>
              </a:ext>
            </a:extLst>
          </p:cNvPr>
          <p:cNvPicPr>
            <a:picLocks noChangeAspect="1" noChangeArrowheads="1"/>
          </p:cNvPicPr>
          <p:nvPr>
            <p:custDataLst>
              <p:tags r:id="rId1"/>
            </p:custDataLst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8900"/>
          <a:stretch>
            <a:fillRect/>
          </a:stretch>
        </p:blipFill>
        <p:spPr bwMode="auto">
          <a:xfrm>
            <a:off x="9272973" y="163913"/>
            <a:ext cx="728636" cy="7218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1" name="文本框 3">
            <a:extLst>
              <a:ext uri="{FF2B5EF4-FFF2-40B4-BE49-F238E27FC236}">
                <a16:creationId xmlns:a16="http://schemas.microsoft.com/office/drawing/2014/main" id="{7208B36C-4D3C-053B-772C-E9455269F56C}"/>
              </a:ext>
            </a:extLst>
          </p:cNvPr>
          <p:cNvSpPr txBox="1"/>
          <p:nvPr/>
        </p:nvSpPr>
        <p:spPr>
          <a:xfrm>
            <a:off x="8597595" y="3930816"/>
            <a:ext cx="3557270" cy="214249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sz="1000" b="1"/>
              <a:t>实测性能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charset="0"/>
              <a:ea typeface="等线" panose="02010600030101010101" pitchFamily="2" charset="-122"/>
              <a:cs typeface="Calibri" panose="020F0502020204030204" charset="0"/>
            </a:endParaRPr>
          </a:p>
          <a:p>
            <a:r>
              <a:rPr sz="1000" b="0"/>
              <a:t>• 音频事件级召回 97.4%（155 事件）</a:t>
            </a:r>
          </a:p>
          <a:p>
            <a:r>
              <a:rPr sz="1000" b="0"/>
              <a:t>• 图像独立测试召回 96.2%（266 图）</a:t>
            </a:r>
          </a:p>
          <a:p>
            <a:r>
              <a:rPr sz="1000" b="0"/>
              <a:t>• 音频窗口特异性 100%（2063 负样本）</a:t>
            </a:r>
          </a:p>
          <a:p>
            <a:r>
              <a:rPr sz="1000" b="0"/>
              <a:t>• 端到端触发延迟约 10.5s</a:t>
            </a:r>
          </a:p>
          <a:p>
            <a:r>
              <a:rPr sz="1000" b="0"/>
              <a:t>• GEMM 纯核加速 4.64x（端到端 0.59x）</a:t>
            </a:r>
          </a:p>
          <a:p>
            <a:r>
              <a:rPr sz="1000" b="0"/>
              <a:t>• 音频 overlay LUT 仅占 3.15%</a:t>
            </a:r>
          </a:p>
          <a:p>
            <a:r>
              <a:rPr sz="1000" b="0"/>
              <a:t>• 录像 37.4s / 187 帧 H.264</a:t>
            </a:r>
          </a:p>
        </p:txBody>
      </p:sp>
      <p:pic>
        <p:nvPicPr>
          <p:cNvPr id="42" name="图片 7" descr="introduce1">
            <a:extLst>
              <a:ext uri="{FF2B5EF4-FFF2-40B4-BE49-F238E27FC236}">
                <a16:creationId xmlns:a16="http://schemas.microsoft.com/office/drawing/2014/main" id="{C1167E02-F1C3-5EB7-B633-9698F7A7D7A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7290" y="2451206"/>
            <a:ext cx="3317240" cy="761365"/>
          </a:xfrm>
          <a:prstGeom prst="rect">
            <a:avLst/>
          </a:prstGeom>
        </p:spPr>
      </p:pic>
      <p:sp>
        <p:nvSpPr>
          <p:cNvPr id="43" name="文本框 4">
            <a:extLst>
              <a:ext uri="{FF2B5EF4-FFF2-40B4-BE49-F238E27FC236}">
                <a16:creationId xmlns:a16="http://schemas.microsoft.com/office/drawing/2014/main" id="{4A6543FB-76FB-98AB-DC33-FF3B281FDA78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4383482" y="3544112"/>
            <a:ext cx="2695575" cy="24447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indent="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100"/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altLang="zh-CN" sz="1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系统架构</a:t>
            </a:r>
          </a:p>
        </p:txBody>
      </p:sp>
      <p:pic>
        <p:nvPicPr>
          <p:cNvPr id="44" name="图片 2">
            <a:extLst>
              <a:ext uri="{FF2B5EF4-FFF2-40B4-BE49-F238E27FC236}">
                <a16:creationId xmlns:a16="http://schemas.microsoft.com/office/drawing/2014/main" id="{29477664-FB13-6C16-7313-E8CE8F25253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56092" y="1164767"/>
            <a:ext cx="3064081" cy="2194033"/>
          </a:xfrm>
          <a:prstGeom prst="rect">
            <a:avLst/>
          </a:prstGeom>
        </p:spPr>
      </p:pic>
      <p:sp>
        <p:nvSpPr>
          <p:cNvPr id="45" name="矩形: 圆角 10">
            <a:extLst>
              <a:ext uri="{FF2B5EF4-FFF2-40B4-BE49-F238E27FC236}">
                <a16:creationId xmlns:a16="http://schemas.microsoft.com/office/drawing/2014/main" id="{327836DC-3A96-DA15-2961-FB01BDF5D0E3}"/>
              </a:ext>
            </a:extLst>
          </p:cNvPr>
          <p:cNvSpPr/>
          <p:nvPr/>
        </p:nvSpPr>
        <p:spPr>
          <a:xfrm>
            <a:off x="4209513" y="5567296"/>
            <a:ext cx="3288217" cy="1012021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sz="1000" b="1"/>
              <a:t>音频采集与检测模块</a:t>
            </a:r>
          </a:p>
          <a:p>
            <a:r>
              <a:rPr sz="1000" b="0"/>
              <a:t>• INMP441 I2S 数字 MEMS 麦克风</a:t>
            </a:r>
          </a:p>
          <a:p>
            <a:r>
              <a:rPr sz="1000" b="0"/>
              <a:t>• 2s 窗口 → STFT/Mel [64,201]</a:t>
            </a:r>
          </a:p>
          <a:p>
            <a:r>
              <a:rPr sz="1000" b="0"/>
              <a:t>• 3 层 CNN + Sigmoid 输出鸟鸣概率</a:t>
            </a:r>
          </a:p>
          <a:p>
            <a:r>
              <a:rPr sz="1000" b="0"/>
              <a:t>• score ≥ 0.985 写触发文件</a:t>
            </a:r>
          </a:p>
          <a:p>
            <a:r>
              <a:rPr sz="1000" b="0"/>
              <a:t>• 录像期间自动暂停让出 CPU</a:t>
            </a:r>
          </a:p>
        </p:txBody>
      </p:sp>
      <p:sp>
        <p:nvSpPr>
          <p:cNvPr id="46" name="矩形: 圆角 11">
            <a:extLst>
              <a:ext uri="{FF2B5EF4-FFF2-40B4-BE49-F238E27FC236}">
                <a16:creationId xmlns:a16="http://schemas.microsoft.com/office/drawing/2014/main" id="{61FD3942-1022-ECAF-EB47-79785283BAF6}"/>
              </a:ext>
            </a:extLst>
          </p:cNvPr>
          <p:cNvSpPr/>
          <p:nvPr/>
        </p:nvSpPr>
        <p:spPr>
          <a:xfrm>
            <a:off x="4223004" y="3859322"/>
            <a:ext cx="3274725" cy="1566504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sz="1000" b="1"/>
              <a:t>实测性能</a:t>
            </a:r>
          </a:p>
          <a:p>
            <a:r>
              <a:rPr sz="1000" b="0"/>
              <a:t>• 音频事件级召回 97.4%（155 事件）</a:t>
            </a:r>
          </a:p>
          <a:p>
            <a:r>
              <a:rPr sz="1000" b="0"/>
              <a:t>• 图像独立测试召回 96.2%（266 图）</a:t>
            </a:r>
          </a:p>
          <a:p>
            <a:r>
              <a:rPr sz="1000" b="0"/>
              <a:t>• 音频窗口特异性 100%（2063 负样本）</a:t>
            </a:r>
          </a:p>
          <a:p>
            <a:r>
              <a:rPr sz="1000" b="0"/>
              <a:t>• 端到端触发延迟约 10.5s</a:t>
            </a:r>
          </a:p>
          <a:p>
            <a:r>
              <a:rPr sz="1000" b="0"/>
              <a:t>• GEMM 纯核加速 4.64x（端到端 0.59x）</a:t>
            </a:r>
          </a:p>
          <a:p>
            <a:r>
              <a:rPr sz="1000" b="0"/>
              <a:t>• 音频 overlay LUT 仅占 3.15%</a:t>
            </a:r>
          </a:p>
          <a:p>
            <a:r>
              <a:rPr sz="1000" b="0"/>
              <a:t>• 录像 37.4s / 187 帧 H.264</a:t>
            </a:r>
          </a:p>
        </p:txBody>
      </p:sp>
      <p:pic>
        <p:nvPicPr>
          <p:cNvPr id="47" name="图片 5">
            <a:extLst>
              <a:ext uri="{FF2B5EF4-FFF2-40B4-BE49-F238E27FC236}">
                <a16:creationId xmlns:a16="http://schemas.microsoft.com/office/drawing/2014/main" id="{D7C57C0F-3647-E9E2-087F-D1E8B377119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52369" y="37197"/>
            <a:ext cx="1604915" cy="1402913"/>
          </a:xfrm>
          <a:prstGeom prst="rect">
            <a:avLst/>
          </a:prstGeom>
        </p:spPr>
      </p:pic>
      <p:sp>
        <p:nvSpPr>
          <p:cNvPr id="48" name="Content Placeholder 2">
            <a:extLst>
              <a:ext uri="{FF2B5EF4-FFF2-40B4-BE49-F238E27FC236}">
                <a16:creationId xmlns:a16="http://schemas.microsoft.com/office/drawing/2014/main" id="{7E1E88F6-BAF0-0A44-5F1D-0F6693085835}"/>
              </a:ext>
            </a:extLst>
          </p:cNvPr>
          <p:cNvSpPr txBox="1">
            <a:spLocks/>
          </p:cNvSpPr>
          <p:nvPr/>
        </p:nvSpPr>
        <p:spPr>
          <a:xfrm>
            <a:off x="1036793" y="1576933"/>
            <a:ext cx="2221767" cy="25186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highlight>
                  <a:srgbClr val="FFFF00"/>
                </a:highlight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Font: Calibri(Body) Size:11  Size:11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highlight>
                <a:srgbClr val="FFFF00"/>
              </a:highlight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9" name="Content Placeholder 2">
            <a:extLst>
              <a:ext uri="{FF2B5EF4-FFF2-40B4-BE49-F238E27FC236}">
                <a16:creationId xmlns:a16="http://schemas.microsoft.com/office/drawing/2014/main" id="{1993D883-5FD0-5FA9-2211-42E39F416E95}"/>
              </a:ext>
            </a:extLst>
          </p:cNvPr>
          <p:cNvSpPr txBox="1">
            <a:spLocks/>
          </p:cNvSpPr>
          <p:nvPr/>
        </p:nvSpPr>
        <p:spPr>
          <a:xfrm>
            <a:off x="7037169" y="-1643"/>
            <a:ext cx="3436277" cy="25186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highlight>
                  <a:srgbClr val="FFFF00"/>
                </a:highlight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Team Member Names Font: </a:t>
            </a:r>
            <a:r>
              <a:rPr kumimoji="0" lang="en-US" altLang="zh-CN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highlight>
                  <a:srgbClr val="FFFF00"/>
                </a:highlight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  <a:sym typeface="+mn-ea"/>
              </a:rPr>
              <a:t>Times New Roman</a:t>
            </a: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highlight>
                  <a:srgbClr val="FFFF00"/>
                </a:highlight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 Size:12 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highlight>
                <a:srgbClr val="FFFF00"/>
              </a:highlight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0" name="Content Placeholder 2">
            <a:extLst>
              <a:ext uri="{FF2B5EF4-FFF2-40B4-BE49-F238E27FC236}">
                <a16:creationId xmlns:a16="http://schemas.microsoft.com/office/drawing/2014/main" id="{897393DB-7396-E381-825C-5E441FE5FB47}"/>
              </a:ext>
            </a:extLst>
          </p:cNvPr>
          <p:cNvSpPr txBox="1">
            <a:spLocks/>
          </p:cNvSpPr>
          <p:nvPr/>
        </p:nvSpPr>
        <p:spPr>
          <a:xfrm>
            <a:off x="10360536" y="1393972"/>
            <a:ext cx="1313365" cy="25186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highlight>
                  <a:srgbClr val="FFFF00"/>
                </a:highlight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作品实物缩略图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highlight>
                <a:srgbClr val="FFFF00"/>
              </a:highlight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CC1BE607-126E-7592-8B85-CB85B5A2433F}"/>
              </a:ext>
            </a:extLst>
          </p:cNvPr>
          <p:cNvSpPr txBox="1">
            <a:spLocks/>
          </p:cNvSpPr>
          <p:nvPr/>
        </p:nvSpPr>
        <p:spPr>
          <a:xfrm>
            <a:off x="10375403" y="1791718"/>
            <a:ext cx="1829165" cy="25186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highlight>
                  <a:srgbClr val="FFFF00"/>
                </a:highlight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作品测试平台信息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highlight>
                <a:srgbClr val="FFFF00"/>
              </a:highlight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2" name="Content Placeholder 2">
            <a:extLst>
              <a:ext uri="{FF2B5EF4-FFF2-40B4-BE49-F238E27FC236}">
                <a16:creationId xmlns:a16="http://schemas.microsoft.com/office/drawing/2014/main" id="{9146613C-4A56-CAA4-7C28-55FE52F8BF13}"/>
              </a:ext>
            </a:extLst>
          </p:cNvPr>
          <p:cNvSpPr txBox="1">
            <a:spLocks/>
          </p:cNvSpPr>
          <p:nvPr/>
        </p:nvSpPr>
        <p:spPr>
          <a:xfrm>
            <a:off x="9379171" y="796970"/>
            <a:ext cx="556124" cy="25186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highlight>
                  <a:srgbClr val="FFFF00"/>
                </a:highlight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校徽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highlight>
                <a:srgbClr val="FFFF00"/>
              </a:highlight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3" name="Content Placeholder 2">
            <a:extLst>
              <a:ext uri="{FF2B5EF4-FFF2-40B4-BE49-F238E27FC236}">
                <a16:creationId xmlns:a16="http://schemas.microsoft.com/office/drawing/2014/main" id="{85C6D8F8-15C3-DAC0-77D1-A24D8082D348}"/>
              </a:ext>
            </a:extLst>
          </p:cNvPr>
          <p:cNvSpPr txBox="1">
            <a:spLocks/>
          </p:cNvSpPr>
          <p:nvPr/>
        </p:nvSpPr>
        <p:spPr>
          <a:xfrm>
            <a:off x="7580960" y="905778"/>
            <a:ext cx="556124" cy="25186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highlight>
                  <a:srgbClr val="FFFF00"/>
                </a:highlight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校名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highlight>
                <a:srgbClr val="FFFF00"/>
              </a:highlight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4" name="Content Placeholder 2">
            <a:extLst>
              <a:ext uri="{FF2B5EF4-FFF2-40B4-BE49-F238E27FC236}">
                <a16:creationId xmlns:a16="http://schemas.microsoft.com/office/drawing/2014/main" id="{58960BED-4C88-4AA4-8F7B-F67A2FC46A15}"/>
              </a:ext>
            </a:extLst>
          </p:cNvPr>
          <p:cNvSpPr txBox="1">
            <a:spLocks/>
          </p:cNvSpPr>
          <p:nvPr/>
        </p:nvSpPr>
        <p:spPr>
          <a:xfrm>
            <a:off x="4649501" y="3331017"/>
            <a:ext cx="2132356" cy="25186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highlight>
                  <a:srgbClr val="FFFF00"/>
                </a:highlight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系统框图，关键创新点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highlight>
                <a:srgbClr val="FFFF00"/>
              </a:highlight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5" name="Content Placeholder 2">
            <a:extLst>
              <a:ext uri="{FF2B5EF4-FFF2-40B4-BE49-F238E27FC236}">
                <a16:creationId xmlns:a16="http://schemas.microsoft.com/office/drawing/2014/main" id="{BB66856B-A197-3A8D-B103-13A109F2B826}"/>
              </a:ext>
            </a:extLst>
          </p:cNvPr>
          <p:cNvSpPr txBox="1">
            <a:spLocks/>
          </p:cNvSpPr>
          <p:nvPr/>
        </p:nvSpPr>
        <p:spPr>
          <a:xfrm>
            <a:off x="8876696" y="6144674"/>
            <a:ext cx="1760824" cy="25186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highlight>
                  <a:srgbClr val="FFFF00"/>
                </a:highlight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测试结果，性能，展望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highlight>
                <a:srgbClr val="FFFF00"/>
              </a:highlight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6" name="Content Placeholder 2">
            <a:extLst>
              <a:ext uri="{FF2B5EF4-FFF2-40B4-BE49-F238E27FC236}">
                <a16:creationId xmlns:a16="http://schemas.microsoft.com/office/drawing/2014/main" id="{6B37ED8F-95C2-063E-D72D-A64EF03CBD94}"/>
              </a:ext>
            </a:extLst>
          </p:cNvPr>
          <p:cNvSpPr txBox="1">
            <a:spLocks/>
          </p:cNvSpPr>
          <p:nvPr/>
        </p:nvSpPr>
        <p:spPr>
          <a:xfrm>
            <a:off x="1546282" y="4876127"/>
            <a:ext cx="1758271" cy="25186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highlight>
                  <a:srgbClr val="FFFF00"/>
                </a:highlight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背景，关键信息摘要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highlight>
                <a:srgbClr val="FFFF00"/>
              </a:highlight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77069741"/>
      </p:ext>
    </p:extLst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FE9E712C-8D01-093E-F260-B456F83385A5}"/>
              </a:ext>
            </a:extLst>
          </p:cNvPr>
          <p:cNvSpPr txBox="1">
            <a:spLocks/>
          </p:cNvSpPr>
          <p:nvPr/>
        </p:nvSpPr>
        <p:spPr>
          <a:xfrm>
            <a:off x="179805" y="1777776"/>
            <a:ext cx="3628478" cy="46007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sz="1000" b="1"/>
              <a:t>Background:</a:t>
            </a:r>
          </a:p>
          <a:p>
            <a:r>
              <a:rPr sz="1000" b="0"/>
              <a:t>Fairy Pitta (Pitta nympha) is a national protected species</a:t>
            </a:r>
          </a:p>
          <a:p>
            <a:r>
              <a:rPr sz="1000" b="0"/>
              <a:t>in China. Field monitoring requires long observation hours.</a:t>
            </a:r>
          </a:p>
          <a:p>
            <a:r>
              <a:rPr sz="1000" b="0"/>
              <a:t>This system achieves 'call detection-visual confirm-auto record'</a:t>
            </a:r>
          </a:p>
          <a:p>
            <a:r>
              <a:rPr sz="1000" b="0"/>
              <a:t>fully automated on a single PYNQ-Z2 board.</a:t>
            </a:r>
          </a:p>
          <a:p>
            <a:r>
              <a:rPr sz="1000" b="0"/>
              <a:t/>
            </a:r>
          </a:p>
          <a:p>
            <a:r>
              <a:rPr sz="1000" b="1"/>
              <a:t>Approach:</a:t>
            </a:r>
          </a:p>
          <a:p>
            <a:r>
              <a:rPr sz="1000" b="0"/>
              <a:t>1. PL I2S+AXI DMA: 32kHz mic stream, zero CPU overhead</a:t>
            </a:r>
          </a:p>
          <a:p>
            <a:r>
              <a:rPr sz="1000" b="0"/>
              <a:t>2. PS 3-layer CNN bird call detection, trigger at 0.985</a:t>
            </a:r>
          </a:p>
          <a:p>
            <a:r>
              <a:rPr sz="1000" b="0"/>
              <a:t>3. USB camera + YOLOv8n (NCNN) confirmation + recording</a:t>
            </a:r>
          </a:p>
          <a:p>
            <a:r>
              <a:rPr sz="1000" b="0"/>
              <a:t>4. Vitis HLS GEMM IP for conv1 (4.64x core speedup)</a:t>
            </a:r>
          </a:p>
          <a:p>
            <a:r>
              <a:rPr sz="1000" b="0"/>
              <a:t>5. Presence-based recording: 5-10x storage efficiency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7C995DB8-75D8-49DC-0386-88FDA75197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5397" y="1083754"/>
            <a:ext cx="2795337" cy="414731"/>
          </a:xfrm>
          <a:solidFill>
            <a:srgbClr val="2F2F2F"/>
          </a:solidFill>
        </p:spPr>
        <p:txBody>
          <a:bodyPr>
            <a:normAutofit/>
          </a:bodyPr>
          <a:lstStyle/>
          <a:p>
            <a:pPr algn="ctr">
              <a:lnSpc>
                <a:spcPct val="150000"/>
              </a:lnSpc>
              <a:spcBef>
                <a:spcPts val="1200"/>
              </a:spcBef>
            </a:pPr>
            <a:r>
              <a:rPr lang="en-US" sz="1600" b="1" dirty="0">
                <a:solidFill>
                  <a:schemeClr val="bg1"/>
                </a:solidFill>
                <a:latin typeface="Aharoni" panose="020F0502020204030204" pitchFamily="34" charset="0"/>
                <a:cs typeface="Aharoni" panose="020F0502020204030204" pitchFamily="34" charset="0"/>
              </a:rPr>
              <a:t>INTRODUCTION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55E59B8-9F4D-053C-0F8B-5ED9412D6AB0}"/>
              </a:ext>
            </a:extLst>
          </p:cNvPr>
          <p:cNvSpPr txBox="1"/>
          <p:nvPr/>
        </p:nvSpPr>
        <p:spPr>
          <a:xfrm>
            <a:off x="214707" y="395735"/>
            <a:ext cx="496920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  <a:sym typeface="+mn-ea"/>
              </a:rPr>
              <a:t>Acoustic-Visual Collaborative Monitoring for Fairy Pitta</a:t>
            </a: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highlight>
                  <a:srgbClr val="FFFF00"/>
                </a:highlight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  <a:sym typeface="+mn-ea"/>
              </a:rPr>
              <a:t>：</a:t>
            </a:r>
            <a:r>
              <a:rPr kumimoji="0" lang="en-US" altLang="zh-CN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highlight>
                  <a:srgbClr val="FFFF00"/>
                </a:highlight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  <a:sym typeface="+mn-ea"/>
              </a:rPr>
              <a:t>Acoustic-Visual Collaborative Monitoring for Fairy Pitta</a:t>
            </a: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highlight>
                  <a:srgbClr val="FFFF00"/>
                </a:highlight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  <a:sym typeface="+mn-ea"/>
              </a:rPr>
              <a:t>：</a:t>
            </a:r>
            <a:r>
              <a:rPr kumimoji="0" lang="en-US" altLang="zh-CN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highlight>
                  <a:srgbClr val="FFFF00"/>
                </a:highlight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  <a:sym typeface="+mn-ea"/>
              </a:rPr>
              <a:t>24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highlight>
                <a:srgbClr val="FFFF00"/>
              </a:highlight>
              <a:uLnTx/>
              <a:uFillTx/>
              <a:latin typeface="Times New Roman" panose="02020603050405020304" pitchFamily="18" charset="0"/>
              <a:ea typeface="+mn-ea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F4287D67-CCD3-19BE-8AF4-A871E54A8F95}"/>
              </a:ext>
            </a:extLst>
          </p:cNvPr>
          <p:cNvSpPr txBox="1"/>
          <p:nvPr/>
        </p:nvSpPr>
        <p:spPr>
          <a:xfrm>
            <a:off x="7733160" y="2090674"/>
            <a:ext cx="411468" cy="3188991"/>
          </a:xfrm>
          <a:prstGeom prst="rect">
            <a:avLst/>
          </a:prstGeom>
          <a:solidFill>
            <a:srgbClr val="2F2F2F"/>
          </a:solidFill>
        </p:spPr>
        <p:txBody>
          <a:bodyPr vert="wordArtVert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j-ea"/>
              <a:cs typeface="+mj-cs"/>
            </a:endParaRPr>
          </a:p>
        </p:txBody>
      </p:sp>
      <p:sp>
        <p:nvSpPr>
          <p:cNvPr id="11" name="文本框 4">
            <a:extLst>
              <a:ext uri="{FF2B5EF4-FFF2-40B4-BE49-F238E27FC236}">
                <a16:creationId xmlns:a16="http://schemas.microsoft.com/office/drawing/2014/main" id="{5904B75F-4BA2-630F-7BBB-DFE21DB6713C}"/>
              </a:ext>
            </a:extLst>
          </p:cNvPr>
          <p:cNvSpPr txBox="1"/>
          <p:nvPr/>
        </p:nvSpPr>
        <p:spPr>
          <a:xfrm>
            <a:off x="974840" y="3302281"/>
            <a:ext cx="1882140" cy="24447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indent="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100"/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altLang="zh-CN" sz="11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Typical application case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C6959FA9-7E35-379E-77F4-1F6BBF5DF8D9}"/>
              </a:ext>
            </a:extLst>
          </p:cNvPr>
          <p:cNvCxnSpPr>
            <a:cxnSpLocks/>
          </p:cNvCxnSpPr>
          <p:nvPr/>
        </p:nvCxnSpPr>
        <p:spPr>
          <a:xfrm>
            <a:off x="5986823" y="174738"/>
            <a:ext cx="2322305" cy="1743280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33CCBA0-FAB3-2B8C-FF7C-6D01676E605B}"/>
              </a:ext>
            </a:extLst>
          </p:cNvPr>
          <p:cNvCxnSpPr>
            <a:cxnSpLocks/>
          </p:cNvCxnSpPr>
          <p:nvPr/>
        </p:nvCxnSpPr>
        <p:spPr>
          <a:xfrm flipV="1">
            <a:off x="8309128" y="1906544"/>
            <a:ext cx="3703067" cy="10740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F1E00891-515C-956C-17FC-86789D545647}"/>
              </a:ext>
            </a:extLst>
          </p:cNvPr>
          <p:cNvCxnSpPr>
            <a:cxnSpLocks/>
          </p:cNvCxnSpPr>
          <p:nvPr/>
        </p:nvCxnSpPr>
        <p:spPr>
          <a:xfrm>
            <a:off x="8309128" y="1918018"/>
            <a:ext cx="0" cy="4729429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A1A8BB8A-757B-80CF-815C-9D38C446C382}"/>
              </a:ext>
            </a:extLst>
          </p:cNvPr>
          <p:cNvSpPr txBox="1"/>
          <p:nvPr/>
        </p:nvSpPr>
        <p:spPr>
          <a:xfrm>
            <a:off x="7811791" y="3936576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D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4E20DEE-473C-F0A0-702A-0AA174A7D64D}"/>
              </a:ext>
            </a:extLst>
          </p:cNvPr>
          <p:cNvSpPr txBox="1"/>
          <p:nvPr/>
        </p:nvSpPr>
        <p:spPr>
          <a:xfrm>
            <a:off x="7811791" y="4131400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DEFB17D-6681-9646-6AEB-AA8BC90223D4}"/>
              </a:ext>
            </a:extLst>
          </p:cNvPr>
          <p:cNvSpPr txBox="1"/>
          <p:nvPr/>
        </p:nvSpPr>
        <p:spPr>
          <a:xfrm>
            <a:off x="7811791" y="4333639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S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AB5677F-74CC-855B-F5BA-35FD8189A5E7}"/>
              </a:ext>
            </a:extLst>
          </p:cNvPr>
          <p:cNvSpPr txBox="1"/>
          <p:nvPr/>
        </p:nvSpPr>
        <p:spPr>
          <a:xfrm>
            <a:off x="7811791" y="4528458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I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29E8C42-C5C5-45B5-77EE-81DC6B96AD47}"/>
              </a:ext>
            </a:extLst>
          </p:cNvPr>
          <p:cNvSpPr txBox="1"/>
          <p:nvPr/>
        </p:nvSpPr>
        <p:spPr>
          <a:xfrm>
            <a:off x="7811791" y="4714497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N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E5931B6-43C9-EB12-E37A-11550192C790}"/>
              </a:ext>
            </a:extLst>
          </p:cNvPr>
          <p:cNvSpPr txBox="1"/>
          <p:nvPr/>
        </p:nvSpPr>
        <p:spPr>
          <a:xfrm>
            <a:off x="7811791" y="4910333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G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B9E6047-C2CF-4021-B327-3FBE9E7237E2}"/>
              </a:ext>
            </a:extLst>
          </p:cNvPr>
          <p:cNvSpPr txBox="1"/>
          <p:nvPr/>
        </p:nvSpPr>
        <p:spPr>
          <a:xfrm>
            <a:off x="7796923" y="2081612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C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60AE34A-7A36-83DC-8ED6-25A3D5CD40C7}"/>
              </a:ext>
            </a:extLst>
          </p:cNvPr>
          <p:cNvSpPr txBox="1"/>
          <p:nvPr/>
        </p:nvSpPr>
        <p:spPr>
          <a:xfrm>
            <a:off x="7811791" y="2276436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R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85C4FA3-129B-F950-2BCA-DCE18597BC89}"/>
              </a:ext>
            </a:extLst>
          </p:cNvPr>
          <p:cNvSpPr txBox="1"/>
          <p:nvPr/>
        </p:nvSpPr>
        <p:spPr>
          <a:xfrm>
            <a:off x="7811791" y="2478675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E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B5DE821-D947-FE25-E23C-03CDF7C04F18}"/>
              </a:ext>
            </a:extLst>
          </p:cNvPr>
          <p:cNvSpPr txBox="1"/>
          <p:nvPr/>
        </p:nvSpPr>
        <p:spPr>
          <a:xfrm>
            <a:off x="7811791" y="2673494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A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7966AF8-61F6-A290-A297-72FBA829E9F9}"/>
              </a:ext>
            </a:extLst>
          </p:cNvPr>
          <p:cNvSpPr txBox="1"/>
          <p:nvPr/>
        </p:nvSpPr>
        <p:spPr>
          <a:xfrm>
            <a:off x="7811791" y="2859533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T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DDDAD4C-6371-60F0-D31B-49E106648ED6}"/>
              </a:ext>
            </a:extLst>
          </p:cNvPr>
          <p:cNvSpPr txBox="1"/>
          <p:nvPr/>
        </p:nvSpPr>
        <p:spPr>
          <a:xfrm>
            <a:off x="7811791" y="3055369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I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7559CAE-AB28-7853-E93A-F04FB1CC8255}"/>
              </a:ext>
            </a:extLst>
          </p:cNvPr>
          <p:cNvSpPr txBox="1"/>
          <p:nvPr/>
        </p:nvSpPr>
        <p:spPr>
          <a:xfrm>
            <a:off x="7811791" y="3239853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V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765AD82-5B0D-F511-CED0-2F391E146EBF}"/>
              </a:ext>
            </a:extLst>
          </p:cNvPr>
          <p:cNvSpPr txBox="1"/>
          <p:nvPr/>
        </p:nvSpPr>
        <p:spPr>
          <a:xfrm>
            <a:off x="7811791" y="3440750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2861224-2DEF-8496-CEB1-1EEE08DC3753}"/>
              </a:ext>
            </a:extLst>
          </p:cNvPr>
          <p:cNvSpPr txBox="1"/>
          <p:nvPr/>
        </p:nvSpPr>
        <p:spPr>
          <a:xfrm>
            <a:off x="6499018" y="236828"/>
            <a:ext cx="2423195" cy="2755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  <a:sym typeface="+mn-ea"/>
              </a:rPr>
              <a:t>Team: XXX, XXX, XXX</a:t>
            </a:r>
            <a:endParaRPr kumimoji="0" lang="en-US" altLang="zh-CN" sz="1200" b="1" i="0" u="none" strike="noStrike" kern="1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30" name="文本框 4">
            <a:extLst>
              <a:ext uri="{FF2B5EF4-FFF2-40B4-BE49-F238E27FC236}">
                <a16:creationId xmlns:a16="http://schemas.microsoft.com/office/drawing/2014/main" id="{3AD9C1E2-56A2-91FD-2214-C3508F5F5345}"/>
              </a:ext>
            </a:extLst>
          </p:cNvPr>
          <p:cNvSpPr txBox="1"/>
          <p:nvPr/>
        </p:nvSpPr>
        <p:spPr>
          <a:xfrm>
            <a:off x="10035854" y="1607120"/>
            <a:ext cx="2238705" cy="22088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defPPr>
              <a:defRPr lang="en-US"/>
            </a:defPPr>
            <a:lvl1pPr indent="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100" i="1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altLang="zh-CN" sz="1100" b="1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On-board: AMD PYNQ-Z2 (XC7Z020)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B2BC273-1ABD-8CAB-E5D8-4D352647280A}"/>
              </a:ext>
            </a:extLst>
          </p:cNvPr>
          <p:cNvSpPr txBox="1"/>
          <p:nvPr/>
        </p:nvSpPr>
        <p:spPr>
          <a:xfrm>
            <a:off x="6931915" y="438594"/>
            <a:ext cx="3800475" cy="645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sz="1400" b="1"/>
              <a:t>Wuhan University</a:t>
            </a:r>
          </a:p>
          <a:p>
            <a:r>
              <a:rPr sz="1200"/>
              <a:t>School of Electronic Engineering</a:t>
            </a:r>
          </a:p>
        </p:txBody>
      </p:sp>
      <p:sp>
        <p:nvSpPr>
          <p:cNvPr id="32" name="Title 1">
            <a:extLst>
              <a:ext uri="{FF2B5EF4-FFF2-40B4-BE49-F238E27FC236}">
                <a16:creationId xmlns:a16="http://schemas.microsoft.com/office/drawing/2014/main" id="{AE3CBA43-B054-3929-F3E6-E92043E5955C}"/>
              </a:ext>
            </a:extLst>
          </p:cNvPr>
          <p:cNvSpPr txBox="1"/>
          <p:nvPr/>
        </p:nvSpPr>
        <p:spPr>
          <a:xfrm>
            <a:off x="8507018" y="2052136"/>
            <a:ext cx="377933" cy="1678530"/>
          </a:xfrm>
          <a:prstGeom prst="rect">
            <a:avLst/>
          </a:prstGeom>
          <a:solidFill>
            <a:srgbClr val="2F2F2F"/>
          </a:solidFill>
        </p:spPr>
        <p:txBody>
          <a:bodyPr vert="wordArtVert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j-ea"/>
              <a:cs typeface="+mj-cs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6DB4547-F8A8-AC99-BDDA-3BD88EEEFCBA}"/>
              </a:ext>
            </a:extLst>
          </p:cNvPr>
          <p:cNvSpPr txBox="1"/>
          <p:nvPr/>
        </p:nvSpPr>
        <p:spPr>
          <a:xfrm>
            <a:off x="8555488" y="2200504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R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5818903-E8A5-070B-B626-2835FFF26BE2}"/>
              </a:ext>
            </a:extLst>
          </p:cNvPr>
          <p:cNvSpPr txBox="1"/>
          <p:nvPr/>
        </p:nvSpPr>
        <p:spPr>
          <a:xfrm>
            <a:off x="8555488" y="2389574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E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92061FB-4930-B9C6-D201-30FE131249F9}"/>
              </a:ext>
            </a:extLst>
          </p:cNvPr>
          <p:cNvSpPr txBox="1"/>
          <p:nvPr/>
        </p:nvSpPr>
        <p:spPr>
          <a:xfrm>
            <a:off x="8555488" y="2592416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S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1C644A4-F195-B057-8FDB-67F8C1451B3B}"/>
              </a:ext>
            </a:extLst>
          </p:cNvPr>
          <p:cNvSpPr txBox="1"/>
          <p:nvPr/>
        </p:nvSpPr>
        <p:spPr>
          <a:xfrm>
            <a:off x="8555488" y="2810740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U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901D43C-2CF0-2C54-2E0B-69ABAC43B76A}"/>
              </a:ext>
            </a:extLst>
          </p:cNvPr>
          <p:cNvSpPr txBox="1"/>
          <p:nvPr/>
        </p:nvSpPr>
        <p:spPr>
          <a:xfrm>
            <a:off x="8555488" y="3017161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L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B0892E4-2FC6-FFFD-DF5B-D316B8D651FB}"/>
              </a:ext>
            </a:extLst>
          </p:cNvPr>
          <p:cNvSpPr txBox="1"/>
          <p:nvPr/>
        </p:nvSpPr>
        <p:spPr>
          <a:xfrm>
            <a:off x="8555488" y="3218373"/>
            <a:ext cx="276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haroni" panose="02010803020104030203" pitchFamily="2" charset="-79"/>
                <a:ea typeface="+mn-ea"/>
                <a:cs typeface="Aharoni" panose="02010803020104030203" pitchFamily="2" charset="-79"/>
              </a:rPr>
              <a:t>T</a:t>
            </a:r>
          </a:p>
        </p:txBody>
      </p:sp>
      <p:pic>
        <p:nvPicPr>
          <p:cNvPr id="39" name="Picture 38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126B71EE-FA39-6F56-7769-2C9328852E8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09872" y="996093"/>
            <a:ext cx="1764303" cy="992420"/>
          </a:xfrm>
          <a:prstGeom prst="rect">
            <a:avLst/>
          </a:prstGeom>
        </p:spPr>
      </p:pic>
      <p:pic>
        <p:nvPicPr>
          <p:cNvPr id="40" name="Picture 11">
            <a:extLst>
              <a:ext uri="{FF2B5EF4-FFF2-40B4-BE49-F238E27FC236}">
                <a16:creationId xmlns:a16="http://schemas.microsoft.com/office/drawing/2014/main" id="{E0DB31F2-788A-25AC-03C5-494E517C5C76}"/>
              </a:ext>
            </a:extLst>
          </p:cNvPr>
          <p:cNvPicPr>
            <a:picLocks noChangeAspect="1" noChangeArrowheads="1"/>
          </p:cNvPicPr>
          <p:nvPr>
            <p:custDataLst>
              <p:tags r:id="rId1"/>
            </p:custDataLst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8900"/>
          <a:stretch>
            <a:fillRect/>
          </a:stretch>
        </p:blipFill>
        <p:spPr bwMode="auto">
          <a:xfrm>
            <a:off x="9272973" y="163913"/>
            <a:ext cx="728636" cy="7218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1" name="文本框 3">
            <a:extLst>
              <a:ext uri="{FF2B5EF4-FFF2-40B4-BE49-F238E27FC236}">
                <a16:creationId xmlns:a16="http://schemas.microsoft.com/office/drawing/2014/main" id="{7208B36C-4D3C-053B-772C-E9455269F56C}"/>
              </a:ext>
            </a:extLst>
          </p:cNvPr>
          <p:cNvSpPr txBox="1"/>
          <p:nvPr/>
        </p:nvSpPr>
        <p:spPr>
          <a:xfrm>
            <a:off x="8597595" y="3930816"/>
            <a:ext cx="3557270" cy="214249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sz="1000" b="1"/>
              <a:t>Performance Results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charset="0"/>
              <a:ea typeface="等线" panose="02010600030101010101" pitchFamily="2" charset="-122"/>
              <a:cs typeface="Calibri" panose="020F0502020204030204" charset="0"/>
            </a:endParaRPr>
          </a:p>
          <a:p>
            <a:r>
              <a:rPr sz="1000" b="0"/>
              <a:t>- Audio event recall: 97.4% (155 events)</a:t>
            </a:r>
          </a:p>
          <a:p>
            <a:r>
              <a:rPr sz="1000" b="0"/>
              <a:t>- Image recall: 96.2% (266 independent images)</a:t>
            </a:r>
          </a:p>
          <a:p>
            <a:r>
              <a:rPr sz="1000" b="0"/>
              <a:t>- Audio specificity: 100% (2063 negatives)</a:t>
            </a:r>
          </a:p>
          <a:p>
            <a:r>
              <a:rPr sz="1000" b="0"/>
              <a:t>- End-to-end trigger latency: ~10.5s</a:t>
            </a:r>
          </a:p>
          <a:p>
            <a:r>
              <a:rPr sz="1000" b="0"/>
              <a:t>- GEMM core speedup: 4.64x (0.59x end-to-end)</a:t>
            </a:r>
          </a:p>
          <a:p>
            <a:r>
              <a:rPr sz="1000" b="0"/>
              <a:t>- Audio overlay LUT: only 3.15%</a:t>
            </a:r>
          </a:p>
          <a:p>
            <a:r>
              <a:rPr sz="1000" b="0"/>
              <a:t>- Recording: 37.4s / 187 frames H.264</a:t>
            </a:r>
          </a:p>
        </p:txBody>
      </p:sp>
      <p:pic>
        <p:nvPicPr>
          <p:cNvPr id="42" name="图片 7" descr="introduce1">
            <a:extLst>
              <a:ext uri="{FF2B5EF4-FFF2-40B4-BE49-F238E27FC236}">
                <a16:creationId xmlns:a16="http://schemas.microsoft.com/office/drawing/2014/main" id="{C1167E02-F1C3-5EB7-B633-9698F7A7D7A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7290" y="2451206"/>
            <a:ext cx="3317240" cy="761365"/>
          </a:xfrm>
          <a:prstGeom prst="rect">
            <a:avLst/>
          </a:prstGeom>
        </p:spPr>
      </p:pic>
      <p:sp>
        <p:nvSpPr>
          <p:cNvPr id="43" name="文本框 4">
            <a:extLst>
              <a:ext uri="{FF2B5EF4-FFF2-40B4-BE49-F238E27FC236}">
                <a16:creationId xmlns:a16="http://schemas.microsoft.com/office/drawing/2014/main" id="{4A6543FB-76FB-98AB-DC33-FF3B281FDA78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4383482" y="3544112"/>
            <a:ext cx="2695575" cy="24447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indent="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100"/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altLang="zh-CN" sz="1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System Architecture</a:t>
            </a:r>
          </a:p>
        </p:txBody>
      </p:sp>
      <p:pic>
        <p:nvPicPr>
          <p:cNvPr id="44" name="图片 2">
            <a:extLst>
              <a:ext uri="{FF2B5EF4-FFF2-40B4-BE49-F238E27FC236}">
                <a16:creationId xmlns:a16="http://schemas.microsoft.com/office/drawing/2014/main" id="{29477664-FB13-6C16-7313-E8CE8F25253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56092" y="1164767"/>
            <a:ext cx="3064081" cy="2194033"/>
          </a:xfrm>
          <a:prstGeom prst="rect">
            <a:avLst/>
          </a:prstGeom>
        </p:spPr>
      </p:pic>
      <p:sp>
        <p:nvSpPr>
          <p:cNvPr id="45" name="矩形: 圆角 10">
            <a:extLst>
              <a:ext uri="{FF2B5EF4-FFF2-40B4-BE49-F238E27FC236}">
                <a16:creationId xmlns:a16="http://schemas.microsoft.com/office/drawing/2014/main" id="{327836DC-3A96-DA15-2961-FB01BDF5D0E3}"/>
              </a:ext>
            </a:extLst>
          </p:cNvPr>
          <p:cNvSpPr/>
          <p:nvPr/>
        </p:nvSpPr>
        <p:spPr>
          <a:xfrm>
            <a:off x="4209513" y="5567296"/>
            <a:ext cx="3288217" cy="1012021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sz="1000" b="1"/>
              <a:t>Audio Acquisition &amp; Detection</a:t>
            </a:r>
          </a:p>
          <a:p>
            <a:r>
              <a:rPr sz="1000" b="0"/>
              <a:t>- INMP441 I2S digital MEMS microphone</a:t>
            </a:r>
          </a:p>
          <a:p>
            <a:r>
              <a:rPr sz="1000" b="0"/>
              <a:t>- 2s window to STFT/Mel [64,201]</a:t>
            </a:r>
          </a:p>
          <a:p>
            <a:r>
              <a:rPr sz="1000" b="0"/>
              <a:t>- 3-layer CNN + Sigmoid call probability</a:t>
            </a:r>
          </a:p>
          <a:p>
            <a:r>
              <a:rPr sz="1000" b="0"/>
              <a:t>- score &gt;= 0.985 triggers visual module</a:t>
            </a:r>
          </a:p>
          <a:p>
            <a:r>
              <a:rPr sz="1000" b="0"/>
              <a:t>- Pauses during recording to yield CPU</a:t>
            </a:r>
          </a:p>
        </p:txBody>
      </p:sp>
      <p:sp>
        <p:nvSpPr>
          <p:cNvPr id="46" name="矩形: 圆角 11">
            <a:extLst>
              <a:ext uri="{FF2B5EF4-FFF2-40B4-BE49-F238E27FC236}">
                <a16:creationId xmlns:a16="http://schemas.microsoft.com/office/drawing/2014/main" id="{61FD3942-1022-ECAF-EB47-79785283BAF6}"/>
              </a:ext>
            </a:extLst>
          </p:cNvPr>
          <p:cNvSpPr/>
          <p:nvPr/>
        </p:nvSpPr>
        <p:spPr>
          <a:xfrm>
            <a:off x="4223004" y="3859322"/>
            <a:ext cx="3274725" cy="1566504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sz="1000" b="1"/>
              <a:t>Performance Results</a:t>
            </a:r>
          </a:p>
          <a:p>
            <a:r>
              <a:rPr sz="1000" b="0"/>
              <a:t>- Audio event recall: 97.4% (155 events)</a:t>
            </a:r>
          </a:p>
          <a:p>
            <a:r>
              <a:rPr sz="1000" b="0"/>
              <a:t>- Image recall: 96.2% (266 independent images)</a:t>
            </a:r>
          </a:p>
          <a:p>
            <a:r>
              <a:rPr sz="1000" b="0"/>
              <a:t>- Audio specificity: 100% (2063 negatives)</a:t>
            </a:r>
          </a:p>
          <a:p>
            <a:r>
              <a:rPr sz="1000" b="0"/>
              <a:t>- End-to-end trigger latency: ~10.5s</a:t>
            </a:r>
          </a:p>
          <a:p>
            <a:r>
              <a:rPr sz="1000" b="0"/>
              <a:t>- GEMM core speedup: 4.64x (0.59x end-to-end)</a:t>
            </a:r>
          </a:p>
          <a:p>
            <a:r>
              <a:rPr sz="1000" b="0"/>
              <a:t>- Audio overlay LUT: only 3.15%</a:t>
            </a:r>
          </a:p>
          <a:p>
            <a:r>
              <a:rPr sz="1000" b="0"/>
              <a:t>- Recording: 37.4s / 187 frames H.264</a:t>
            </a:r>
          </a:p>
        </p:txBody>
      </p:sp>
      <p:pic>
        <p:nvPicPr>
          <p:cNvPr id="47" name="图片 5">
            <a:extLst>
              <a:ext uri="{FF2B5EF4-FFF2-40B4-BE49-F238E27FC236}">
                <a16:creationId xmlns:a16="http://schemas.microsoft.com/office/drawing/2014/main" id="{D7C57C0F-3647-E9E2-087F-D1E8B377119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52369" y="37197"/>
            <a:ext cx="1604915" cy="1402913"/>
          </a:xfrm>
          <a:prstGeom prst="rect">
            <a:avLst/>
          </a:prstGeom>
        </p:spPr>
      </p:pic>
      <p:sp>
        <p:nvSpPr>
          <p:cNvPr id="48" name="Content Placeholder 2">
            <a:extLst>
              <a:ext uri="{FF2B5EF4-FFF2-40B4-BE49-F238E27FC236}">
                <a16:creationId xmlns:a16="http://schemas.microsoft.com/office/drawing/2014/main" id="{7E1E88F6-BAF0-0A44-5F1D-0F6693085835}"/>
              </a:ext>
            </a:extLst>
          </p:cNvPr>
          <p:cNvSpPr txBox="1">
            <a:spLocks/>
          </p:cNvSpPr>
          <p:nvPr/>
        </p:nvSpPr>
        <p:spPr>
          <a:xfrm>
            <a:off x="1036793" y="1576933"/>
            <a:ext cx="2221767" cy="25186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highlight>
                  <a:srgbClr val="FFFF00"/>
                </a:highlight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Font: Calibri(Body) Size:11  Size:11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highlight>
                <a:srgbClr val="FFFF00"/>
              </a:highlight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9" name="Content Placeholder 2">
            <a:extLst>
              <a:ext uri="{FF2B5EF4-FFF2-40B4-BE49-F238E27FC236}">
                <a16:creationId xmlns:a16="http://schemas.microsoft.com/office/drawing/2014/main" id="{1993D883-5FD0-5FA9-2211-42E39F416E95}"/>
              </a:ext>
            </a:extLst>
          </p:cNvPr>
          <p:cNvSpPr txBox="1">
            <a:spLocks/>
          </p:cNvSpPr>
          <p:nvPr/>
        </p:nvSpPr>
        <p:spPr>
          <a:xfrm>
            <a:off x="7037169" y="-1643"/>
            <a:ext cx="3436277" cy="25186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highlight>
                  <a:srgbClr val="FFFF00"/>
                </a:highlight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Team Member Names Font: </a:t>
            </a:r>
            <a:r>
              <a:rPr kumimoji="0" lang="en-US" altLang="zh-CN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highlight>
                  <a:srgbClr val="FFFF00"/>
                </a:highlight>
                <a:uLnTx/>
                <a:uFillTx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  <a:sym typeface="+mn-ea"/>
              </a:rPr>
              <a:t>Times New Roman</a:t>
            </a: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highlight>
                  <a:srgbClr val="FFFF00"/>
                </a:highlight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 Size:12 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highlight>
                <a:srgbClr val="FFFF00"/>
              </a:highlight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0" name="Content Placeholder 2">
            <a:extLst>
              <a:ext uri="{FF2B5EF4-FFF2-40B4-BE49-F238E27FC236}">
                <a16:creationId xmlns:a16="http://schemas.microsoft.com/office/drawing/2014/main" id="{897393DB-7396-E381-825C-5E441FE5FB47}"/>
              </a:ext>
            </a:extLst>
          </p:cNvPr>
          <p:cNvSpPr txBox="1">
            <a:spLocks/>
          </p:cNvSpPr>
          <p:nvPr/>
        </p:nvSpPr>
        <p:spPr>
          <a:xfrm>
            <a:off x="10360536" y="1393972"/>
            <a:ext cx="1313365" cy="25186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highlight>
                  <a:srgbClr val="FFFF00"/>
                </a:highlight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作品实物缩略图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highlight>
                <a:srgbClr val="FFFF00"/>
              </a:highlight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CC1BE607-126E-7592-8B85-CB85B5A2433F}"/>
              </a:ext>
            </a:extLst>
          </p:cNvPr>
          <p:cNvSpPr txBox="1">
            <a:spLocks/>
          </p:cNvSpPr>
          <p:nvPr/>
        </p:nvSpPr>
        <p:spPr>
          <a:xfrm>
            <a:off x="10375403" y="1791718"/>
            <a:ext cx="1829165" cy="25186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highlight>
                  <a:srgbClr val="FFFF00"/>
                </a:highlight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作品测试平台信息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highlight>
                <a:srgbClr val="FFFF00"/>
              </a:highlight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2" name="Content Placeholder 2">
            <a:extLst>
              <a:ext uri="{FF2B5EF4-FFF2-40B4-BE49-F238E27FC236}">
                <a16:creationId xmlns:a16="http://schemas.microsoft.com/office/drawing/2014/main" id="{9146613C-4A56-CAA4-7C28-55FE52F8BF13}"/>
              </a:ext>
            </a:extLst>
          </p:cNvPr>
          <p:cNvSpPr txBox="1">
            <a:spLocks/>
          </p:cNvSpPr>
          <p:nvPr/>
        </p:nvSpPr>
        <p:spPr>
          <a:xfrm>
            <a:off x="9379171" y="796970"/>
            <a:ext cx="556124" cy="25186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highlight>
                  <a:srgbClr val="FFFF00"/>
                </a:highlight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校徽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highlight>
                <a:srgbClr val="FFFF00"/>
              </a:highlight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3" name="Content Placeholder 2">
            <a:extLst>
              <a:ext uri="{FF2B5EF4-FFF2-40B4-BE49-F238E27FC236}">
                <a16:creationId xmlns:a16="http://schemas.microsoft.com/office/drawing/2014/main" id="{85C6D8F8-15C3-DAC0-77D1-A24D8082D348}"/>
              </a:ext>
            </a:extLst>
          </p:cNvPr>
          <p:cNvSpPr txBox="1">
            <a:spLocks/>
          </p:cNvSpPr>
          <p:nvPr/>
        </p:nvSpPr>
        <p:spPr>
          <a:xfrm>
            <a:off x="7580960" y="905778"/>
            <a:ext cx="556124" cy="25186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highlight>
                  <a:srgbClr val="FFFF00"/>
                </a:highlight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校名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highlight>
                <a:srgbClr val="FFFF00"/>
              </a:highlight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4" name="Content Placeholder 2">
            <a:extLst>
              <a:ext uri="{FF2B5EF4-FFF2-40B4-BE49-F238E27FC236}">
                <a16:creationId xmlns:a16="http://schemas.microsoft.com/office/drawing/2014/main" id="{58960BED-4C88-4AA4-8F7B-F67A2FC46A15}"/>
              </a:ext>
            </a:extLst>
          </p:cNvPr>
          <p:cNvSpPr txBox="1">
            <a:spLocks/>
          </p:cNvSpPr>
          <p:nvPr/>
        </p:nvSpPr>
        <p:spPr>
          <a:xfrm>
            <a:off x="4649501" y="3331017"/>
            <a:ext cx="2132356" cy="25186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highlight>
                  <a:srgbClr val="FFFF00"/>
                </a:highlight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系统框图，关键创新点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highlight>
                <a:srgbClr val="FFFF00"/>
              </a:highlight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5" name="Content Placeholder 2">
            <a:extLst>
              <a:ext uri="{FF2B5EF4-FFF2-40B4-BE49-F238E27FC236}">
                <a16:creationId xmlns:a16="http://schemas.microsoft.com/office/drawing/2014/main" id="{BB66856B-A197-3A8D-B103-13A109F2B826}"/>
              </a:ext>
            </a:extLst>
          </p:cNvPr>
          <p:cNvSpPr txBox="1">
            <a:spLocks/>
          </p:cNvSpPr>
          <p:nvPr/>
        </p:nvSpPr>
        <p:spPr>
          <a:xfrm>
            <a:off x="8876696" y="6144674"/>
            <a:ext cx="1760824" cy="25186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highlight>
                  <a:srgbClr val="FFFF00"/>
                </a:highlight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测试结果，性能，展望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highlight>
                <a:srgbClr val="FFFF00"/>
              </a:highlight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6" name="Content Placeholder 2">
            <a:extLst>
              <a:ext uri="{FF2B5EF4-FFF2-40B4-BE49-F238E27FC236}">
                <a16:creationId xmlns:a16="http://schemas.microsoft.com/office/drawing/2014/main" id="{6B37ED8F-95C2-063E-D72D-A64EF03CBD94}"/>
              </a:ext>
            </a:extLst>
          </p:cNvPr>
          <p:cNvSpPr txBox="1">
            <a:spLocks/>
          </p:cNvSpPr>
          <p:nvPr/>
        </p:nvSpPr>
        <p:spPr>
          <a:xfrm>
            <a:off x="1546282" y="4876127"/>
            <a:ext cx="1758271" cy="25186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sz="1000" b="1"/>
              <a:t>Background: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highlight>
                <a:srgbClr val="FFFF00"/>
              </a:highlight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r>
              <a:rPr sz="1000" b="0"/>
              <a:t>Fairy Pitta (Pitta nympha) is a national protected species</a:t>
            </a:r>
          </a:p>
          <a:p>
            <a:r>
              <a:rPr sz="1000" b="0"/>
              <a:t>in China. Field monitoring requires long observation hours.</a:t>
            </a:r>
          </a:p>
          <a:p>
            <a:r>
              <a:rPr sz="1000" b="0"/>
              <a:t>This system achieves 'call detection-visual confirm-auto record'</a:t>
            </a:r>
          </a:p>
          <a:p>
            <a:r>
              <a:rPr sz="1000" b="0"/>
              <a:t>fully automated on a single PYNQ-Z2 board.</a:t>
            </a:r>
          </a:p>
          <a:p>
            <a:r>
              <a:rPr sz="1000" b="0"/>
              <a:t/>
            </a:r>
          </a:p>
          <a:p>
            <a:r>
              <a:rPr sz="1000" b="1"/>
              <a:t>Approach:</a:t>
            </a:r>
          </a:p>
          <a:p>
            <a:r>
              <a:rPr sz="1000" b="0"/>
              <a:t>1. PL I2S+AXI DMA: 32kHz mic stream, zero CPU overhead</a:t>
            </a:r>
          </a:p>
          <a:p>
            <a:r>
              <a:rPr sz="1000" b="0"/>
              <a:t>2. PS 3-layer CNN bird call detection, trigger at 0.985</a:t>
            </a:r>
          </a:p>
          <a:p>
            <a:r>
              <a:rPr sz="1000" b="0"/>
              <a:t>3. USB camera + YOLOv8n (NCNN) confirmation + recording</a:t>
            </a:r>
          </a:p>
          <a:p>
            <a:r>
              <a:rPr sz="1000" b="0"/>
              <a:t>4. Vitis HLS GEMM IP for conv1 (4.64x core speedup)</a:t>
            </a:r>
          </a:p>
          <a:p>
            <a:r>
              <a:rPr sz="1000" b="0"/>
              <a:t>5. Presence-based recording: 5-10x storage efficiency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heme/theme1.xml><?xml version="1.0" encoding="utf-8"?>
<a:theme xmlns:a="http://schemas.openxmlformats.org/drawingml/2006/main" name="AMD Corporate Template_Dark">
  <a:themeElements>
    <a:clrScheme name="AMD Corporate">
      <a:dk1>
        <a:srgbClr val="000000"/>
      </a:dk1>
      <a:lt1>
        <a:srgbClr val="FFFFFF"/>
      </a:lt1>
      <a:dk2>
        <a:srgbClr val="5E5E5E"/>
      </a:dk2>
      <a:lt2>
        <a:srgbClr val="9D9FA2"/>
      </a:lt2>
      <a:accent1>
        <a:srgbClr val="636466"/>
      </a:accent1>
      <a:accent2>
        <a:srgbClr val="9D9FA2"/>
      </a:accent2>
      <a:accent3>
        <a:srgbClr val="EAEAEA"/>
      </a:accent3>
      <a:accent4>
        <a:srgbClr val="F26522"/>
      </a:accent4>
      <a:accent5>
        <a:srgbClr val="ED1C24"/>
      </a:accent5>
      <a:accent6>
        <a:srgbClr val="007C97"/>
      </a:accent6>
      <a:hlink>
        <a:srgbClr val="D5D5D5"/>
      </a:hlink>
      <a:folHlink>
        <a:srgbClr val="A9A9A9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outure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8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9050" h="3175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accent1"/>
        </a:solidFill>
        <a:ln>
          <a:solidFill>
            <a:schemeClr val="accent2"/>
          </a:solidFill>
          <a:headEnd type="none" w="med" len="med"/>
          <a:tailEnd type="none" w="med" len="med"/>
        </a:ln>
        <a:effectLst/>
      </a:spPr>
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<a:prstTxWarp prst="textNoShape">
          <a:avLst/>
        </a:prstTxWarp>
        <a:noAutofit/>
      </a:bodyPr>
      <a:lstStyle>
        <a:defPPr algn="l" defTabSz="932472" fontAlgn="base">
          <a:spcBef>
            <a:spcPct val="0"/>
          </a:spcBef>
          <a:spcAft>
            <a:spcPct val="0"/>
          </a:spcAft>
          <a:defRPr sz="1800" dirty="0" err="1" smtClean="0">
            <a:gradFill>
              <a:gsLst>
                <a:gs pos="0">
                  <a:srgbClr val="FFFFFF"/>
                </a:gs>
                <a:gs pos="100000">
                  <a:srgbClr val="FFFFFF"/>
                </a:gs>
              </a:gsLst>
              <a:lin ang="5400000" scaled="0"/>
            </a:gradFill>
            <a:ea typeface="Segoe UI" pitchFamily="34" charset="0"/>
            <a:cs typeface="Segoe UI" pitchFamily="34" charset="0"/>
          </a:defRPr>
        </a:defPPr>
      </a:lstStyle>
      <a:style>
        <a:lnRef idx="1">
          <a:schemeClr val="accent2"/>
        </a:lnRef>
        <a:fillRef idx="3">
          <a:schemeClr val="accent2"/>
        </a:fillRef>
        <a:effectRef idx="2">
          <a:schemeClr val="accent2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  <a:headEnd type="none" w="lg" len="med"/>
          <a:tailEnd type="none" w="lg" len="med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algn="l">
          <a:buClr>
            <a:schemeClr val="accent1"/>
          </a:buClr>
          <a:buSzPct val="60000"/>
          <a:defRPr sz="1800"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7" id="{94DDD171-3649-784B-8DFF-0523AEB0E1C6}" vid="{59C6D40F-03E9-B54A-84C3-8AA203559103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.xml"/></Relationships>
</file>

<file path=customXml/_rels/item5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5.xml"/></Relationships>
</file>

<file path=customXml/item1.xml><?xml version="1.0" encoding="utf-8"?>
<TemplafyTemplateConfiguration><![CDATA[{"elementsMetadata":[],"transformationConfigurations":[{"colorTheme":"{{DataSources.ColorThemes[\"Corporate\"].ColorTheme}}","disableUpdates":false,"type":"colorTheme"}],"enableDocumentContentUpdater":true,"version":"2.0"}]]></TemplafyTemplateConfiguration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78A2EBC6E34694C80F43E94FCA993B5" ma:contentTypeVersion="14" ma:contentTypeDescription="Create a new document." ma:contentTypeScope="" ma:versionID="1a7ced39ac191f9ec8deffde533b0c1c">
  <xsd:schema xmlns:xsd="http://www.w3.org/2001/XMLSchema" xmlns:xs="http://www.w3.org/2001/XMLSchema" xmlns:p="http://schemas.microsoft.com/office/2006/metadata/properties" xmlns:ns1="http://schemas.microsoft.com/sharepoint/v3" xmlns:ns2="e4aa919a-b200-49cb-beca-4c7e0810321e" xmlns:ns3="06670dda-0291-4061-b6e0-f6c0cb392c51" targetNamespace="http://schemas.microsoft.com/office/2006/metadata/properties" ma:root="true" ma:fieldsID="bedea8c8816a4e5934c808becd103583" ns1:_="" ns2:_="" ns3:_="">
    <xsd:import namespace="http://schemas.microsoft.com/sharepoint/v3"/>
    <xsd:import namespace="e4aa919a-b200-49cb-beca-4c7e0810321e"/>
    <xsd:import namespace="06670dda-0291-4061-b6e0-f6c0cb392c5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MediaServiceAutoTags" minOccurs="0"/>
                <xsd:element ref="ns2:MediaServiceLocation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GenerationTime" minOccurs="0"/>
                <xsd:element ref="ns2:MediaServiceEventHashCode" minOccurs="0"/>
                <xsd:element ref="ns1:_ip_UnifiedCompliancePolicyProperties" minOccurs="0"/>
                <xsd:element ref="ns1:_ip_UnifiedCompliancePolicyUIAc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4aa919a-b200-49cb-beca-4c7e0810321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Location" ma:index="14" nillable="true" ma:displayName="Location" ma:internalName="MediaServiceLocation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6670dda-0291-4061-b6e0-f6c0cb392c51" elementFormDefault="qualified">
    <xsd:import namespace="http://schemas.microsoft.com/office/2006/documentManagement/types"/>
    <xsd:import namespace="http://schemas.microsoft.com/office/infopath/2007/PartnerControls"/>
    <xsd:element name="SharedWithUsers" ma:index="16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4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_ip_UnifiedCompliancePolicyProperties xmlns="http://schemas.microsoft.com/sharepoint/v3" xsi:nil="true"/>
    <MediaServiceKeyPoints xmlns="e4aa919a-b200-49cb-beca-4c7e0810321e" xsi:nil="true"/>
  </documentManagement>
</p:properties>
</file>

<file path=customXml/item5.xml><?xml version="1.0" encoding="utf-8"?>
<TemplafyFormConfiguration><![CDATA[{"formFields":[{"required":false,"placeholder":"Title | Date | Security Setting","lines":1,"shareValue":false,"type":"textBox","name":"Footer","label":"Enter footer description","fullyQualifiedName":"Footer"}],"formDataEntries":[]}]]></TemplafyFormConfiguration>
</file>

<file path=customXml/itemProps1.xml><?xml version="1.0" encoding="utf-8"?>
<ds:datastoreItem xmlns:ds="http://schemas.openxmlformats.org/officeDocument/2006/customXml" ds:itemID="{6291F803-2EF0-4E47-96D6-4796950CE6BD}">
  <ds:schemaRefs/>
</ds:datastoreItem>
</file>

<file path=customXml/itemProps2.xml><?xml version="1.0" encoding="utf-8"?>
<ds:datastoreItem xmlns:ds="http://schemas.openxmlformats.org/officeDocument/2006/customXml" ds:itemID="{758FDAC0-319D-4A54-8D8E-1D42CB1F8004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BB3C309-8520-4616-80FC-2CB10D5B83A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e4aa919a-b200-49cb-beca-4c7e0810321e"/>
    <ds:schemaRef ds:uri="06670dda-0291-4061-b6e0-f6c0cb392c5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4.xml><?xml version="1.0" encoding="utf-8"?>
<ds:datastoreItem xmlns:ds="http://schemas.openxmlformats.org/officeDocument/2006/customXml" ds:itemID="{F990F116-B58F-4255-B05B-DA3808E0E5C6}">
  <ds:schemaRefs>
    <ds:schemaRef ds:uri="http://schemas.openxmlformats.org/package/2006/metadata/core-properties"/>
    <ds:schemaRef ds:uri="http://purl.org/dc/dcmitype/"/>
    <ds:schemaRef ds:uri="http://schemas.microsoft.com/office/infopath/2007/PartnerControls"/>
    <ds:schemaRef ds:uri="e4aa919a-b200-49cb-beca-4c7e0810321e"/>
    <ds:schemaRef ds:uri="http://purl.org/dc/elements/1.1/"/>
    <ds:schemaRef ds:uri="http://schemas.microsoft.com/office/2006/metadata/properties"/>
    <ds:schemaRef ds:uri="06670dda-0291-4061-b6e0-f6c0cb392c51"/>
    <ds:schemaRef ds:uri="http://schemas.microsoft.com/office/2006/documentManagement/types"/>
    <ds:schemaRef ds:uri="http://purl.org/dc/terms/"/>
    <ds:schemaRef ds:uri="http://schemas.microsoft.com/sharepoint/v3"/>
    <ds:schemaRef ds:uri="http://www.w3.org/XML/1998/namespace"/>
  </ds:schemaRefs>
</ds:datastoreItem>
</file>

<file path=customXml/itemProps5.xml><?xml version="1.0" encoding="utf-8"?>
<ds:datastoreItem xmlns:ds="http://schemas.openxmlformats.org/officeDocument/2006/customXml" ds:itemID="{43BC5722-1D5B-4915-8247-E6D5F513E549}">
  <ds:schemaRefs/>
</ds:datastoreItem>
</file>

<file path=docMetadata/LabelInfo.xml><?xml version="1.0" encoding="utf-8"?>
<clbl:labelList xmlns:clbl="http://schemas.microsoft.com/office/2020/mipLabelMetadata">
  <clbl:label id="{5bd4f1f7-d4b1-4cbd-af48-dd17bd0768d5}" enabled="1" method="Privileged" siteId="{3dd8961f-e488-4e60-8e11-a82d994e183d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AMD Corporate Template_Dark</Template>
  <TotalTime>2133</TotalTime>
  <Words>454</Words>
  <Application>Microsoft Office PowerPoint</Application>
  <PresentationFormat>Widescreen</PresentationFormat>
  <Paragraphs>60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9" baseType="lpstr">
      <vt:lpstr>微软雅黑</vt:lpstr>
      <vt:lpstr>Aharoni</vt:lpstr>
      <vt:lpstr>Arial</vt:lpstr>
      <vt:lpstr>Calibri</vt:lpstr>
      <vt:lpstr>Consolas</vt:lpstr>
      <vt:lpstr>Segoe UI</vt:lpstr>
      <vt:lpstr>Times New Roman</vt:lpstr>
      <vt:lpstr>AMD Corporate Template_Dark</vt:lpstr>
      <vt:lpstr>INTRODUCTION</vt:lpstr>
    </vt:vector>
  </TitlesOfParts>
  <Manager>&lt;Comms manager name here&gt;</Manager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>AMD Corporate Powerpoint Template</dc:subject>
  <dc:creator>Federico Gasquet</dc:creator>
  <cp:keywords>AMD Corporate Powerpoint Template</cp:keywords>
  <dc:description/>
  <cp:lastModifiedBy>Chen, Wen (Vicky)</cp:lastModifiedBy>
  <cp:revision>25</cp:revision>
  <cp:lastPrinted>2020-04-30T18:59:47Z</cp:lastPrinted>
  <dcterms:created xsi:type="dcterms:W3CDTF">2021-04-19T14:31:00Z</dcterms:created>
  <dcterms:modified xsi:type="dcterms:W3CDTF">2026-10-28T10:03:43Z</dcterms:modified>
  <cp:category>AMD Corporate Powerpoint Template</cp:category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ublisher">
    <vt:lpwstr>AMD Creative Studio</vt:lpwstr>
  </property>
  <property fmtid="{D5CDD505-2E9C-101B-9397-08002B2CF9AE}" pid="3" name="Date completed">
    <vt:lpwstr>April 30, 2020</vt:lpwstr>
  </property>
  <property fmtid="{D5CDD505-2E9C-101B-9397-08002B2CF9AE}" pid="4" name="MS_Version">
    <vt:lpwstr>1.0.0</vt:lpwstr>
  </property>
  <property fmtid="{D5CDD505-2E9C-101B-9397-08002B2CF9AE}" pid="5" name="TemplafyTimeStamp">
    <vt:lpwstr>2021-07-26T15:24:07</vt:lpwstr>
  </property>
  <property fmtid="{D5CDD505-2E9C-101B-9397-08002B2CF9AE}" pid="6" name="ClassificationContentMarkingHeaderLocations">
    <vt:lpwstr>AMD Corporate Template_Dark:6</vt:lpwstr>
  </property>
  <property fmtid="{D5CDD505-2E9C-101B-9397-08002B2CF9AE}" pid="7" name="ClassificationContentMarkingHeaderText">
    <vt:lpwstr>[Copyright &lt;Year&gt;]</vt:lpwstr>
  </property>
</Properties>
</file>
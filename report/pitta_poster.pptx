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4229" r:id="rId6"/>
  </p:sldMasterIdLst>
  <p:notesMasterIdLst>
    <p:notesMasterId r:id="rId8"/>
  </p:notesMasterIdLst>
  <p:handoutMasterIdLst>
    <p:handoutMasterId r:id="rId9"/>
  </p:handoutMasterIdLst>
  <p:sldIdLst>
    <p:sldId id="285" r:id="rId7"/>
    <p:sldId id="286" r:id="rId17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8C95"/>
    <a:srgbClr val="007C97"/>
    <a:srgbClr val="00A8D0"/>
    <a:srgbClr val="FFFF99"/>
    <a:srgbClr val="0CBEA9"/>
    <a:srgbClr val="EFE125"/>
    <a:srgbClr val="000000"/>
    <a:srgbClr val="262626"/>
    <a:srgbClr val="131313"/>
    <a:srgbClr val="242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C4D71A-E7F1-4ECD-BF23-D288866E6459}" v="49" dt="2026-10-28T10:01:34.1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84" autoAdjust="0"/>
    <p:restoredTop sz="97843" autoAdjust="0"/>
  </p:normalViewPr>
  <p:slideViewPr>
    <p:cSldViewPr snapToGrid="0">
      <p:cViewPr varScale="1">
        <p:scale>
          <a:sx n="159" d="100"/>
          <a:sy n="159" d="100"/>
        </p:scale>
        <p:origin x="546" y="138"/>
      </p:cViewPr>
      <p:guideLst/>
    </p:cSldViewPr>
  </p:slideViewPr>
  <p:outlineViewPr>
    <p:cViewPr>
      <p:scale>
        <a:sx n="33" d="100"/>
        <a:sy n="33" d="100"/>
      </p:scale>
      <p:origin x="0" y="-651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792"/>
    </p:cViewPr>
  </p:sorterViewPr>
  <p:notesViewPr>
    <p:cSldViewPr snapToGrid="0" showGuides="1">
      <p:cViewPr varScale="1">
        <p:scale>
          <a:sx n="168" d="100"/>
          <a:sy n="168" d="100"/>
        </p:scale>
        <p:origin x="5432" y="21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Relationship Id="rId17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, Wen (Vicky)" userId="370386ac-7ced-43cd-aa57-a504dc959918" providerId="ADAL" clId="{A08629F2-BAFE-486D-9E84-BFC0507FDA27}"/>
    <pc:docChg chg="custSel addSld delSld modSld">
      <pc:chgData name="Chen, Wen (Vicky)" userId="370386ac-7ced-43cd-aa57-a504dc959918" providerId="ADAL" clId="{A08629F2-BAFE-486D-9E84-BFC0507FDA27}" dt="2026-10-28T10:03:37.600" v="110" actId="1076"/>
      <pc:docMkLst>
        <pc:docMk/>
      </pc:docMkLst>
      <pc:sldChg chg="del">
        <pc:chgData name="Chen, Wen (Vicky)" userId="370386ac-7ced-43cd-aa57-a504dc959918" providerId="ADAL" clId="{A08629F2-BAFE-486D-9E84-BFC0507FDA27}" dt="2026-10-28T09:54:08.269" v="0" actId="47"/>
        <pc:sldMkLst>
          <pc:docMk/>
          <pc:sldMk cId="2641800033" sldId="260"/>
        </pc:sldMkLst>
      </pc:sldChg>
      <pc:sldChg chg="del">
        <pc:chgData name="Chen, Wen (Vicky)" userId="370386ac-7ced-43cd-aa57-a504dc959918" providerId="ADAL" clId="{A08629F2-BAFE-486D-9E84-BFC0507FDA27}" dt="2026-10-28T09:54:08.269" v="0" actId="47"/>
        <pc:sldMkLst>
          <pc:docMk/>
          <pc:sldMk cId="2894785852" sldId="262"/>
        </pc:sldMkLst>
      </pc:sldChg>
      <pc:sldChg chg="del">
        <pc:chgData name="Chen, Wen (Vicky)" userId="370386ac-7ced-43cd-aa57-a504dc959918" providerId="ADAL" clId="{A08629F2-BAFE-486D-9E84-BFC0507FDA27}" dt="2026-10-28T09:54:08.269" v="0" actId="47"/>
        <pc:sldMkLst>
          <pc:docMk/>
          <pc:sldMk cId="810320210" sldId="263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096110502" sldId="264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295795922" sldId="265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160339626" sldId="266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2509904829" sldId="267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563127261" sldId="268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914710708" sldId="269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13142657" sldId="270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607857248" sldId="271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2041338495" sldId="272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338091283" sldId="273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468783600" sldId="274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528543421" sldId="275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054485583" sldId="276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625260525" sldId="277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2921606204" sldId="278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767730382" sldId="279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2912664564" sldId="280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899082442" sldId="281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936621986" sldId="282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2897248901" sldId="283"/>
        </pc:sldMkLst>
      </pc:sldChg>
      <pc:sldChg chg="del">
        <pc:chgData name="Chen, Wen (Vicky)" userId="370386ac-7ced-43cd-aa57-a504dc959918" providerId="ADAL" clId="{A08629F2-BAFE-486D-9E84-BFC0507FDA27}" dt="2026-10-28T10:01:10.378" v="9" actId="47"/>
        <pc:sldMkLst>
          <pc:docMk/>
          <pc:sldMk cId="2859063927" sldId="284"/>
        </pc:sldMkLst>
      </pc:sldChg>
      <pc:sldChg chg="del">
        <pc:chgData name="Chen, Wen (Vicky)" userId="370386ac-7ced-43cd-aa57-a504dc959918" providerId="ADAL" clId="{A08629F2-BAFE-486D-9E84-BFC0507FDA27}" dt="2026-10-28T09:54:08.269" v="0" actId="47"/>
        <pc:sldMkLst>
          <pc:docMk/>
          <pc:sldMk cId="488671642" sldId="285"/>
        </pc:sldMkLst>
      </pc:sldChg>
      <pc:sldChg chg="addSp delSp modSp new mod modClrScheme chgLayout">
        <pc:chgData name="Chen, Wen (Vicky)" userId="370386ac-7ced-43cd-aa57-a504dc959918" providerId="ADAL" clId="{A08629F2-BAFE-486D-9E84-BFC0507FDA27}" dt="2026-10-28T10:03:37.600" v="110" actId="1076"/>
        <pc:sldMkLst>
          <pc:docMk/>
          <pc:sldMk cId="1777069741" sldId="285"/>
        </pc:sldMkLst>
        <pc:spChg chg="del">
          <ac:chgData name="Chen, Wen (Vicky)" userId="370386ac-7ced-43cd-aa57-a504dc959918" providerId="ADAL" clId="{A08629F2-BAFE-486D-9E84-BFC0507FDA27}" dt="2026-10-28T09:54:29.746" v="3" actId="700"/>
          <ac:spMkLst>
            <pc:docMk/>
            <pc:sldMk cId="1777069741" sldId="285"/>
            <ac:spMk id="2" creationId="{657F82AD-C5B8-4968-DECD-AB43F5DCAECC}"/>
          </ac:spMkLst>
        </pc:spChg>
        <pc:spChg chg="del mod ord">
          <ac:chgData name="Chen, Wen (Vicky)" userId="370386ac-7ced-43cd-aa57-a504dc959918" providerId="ADAL" clId="{A08629F2-BAFE-486D-9E84-BFC0507FDA27}" dt="2026-10-28T09:54:29.746" v="3" actId="700"/>
          <ac:spMkLst>
            <pc:docMk/>
            <pc:sldMk cId="1777069741" sldId="285"/>
            <ac:spMk id="3" creationId="{A1C2D21D-1646-9566-3081-429676337E32}"/>
          </ac:spMkLst>
        </pc:spChg>
        <pc:spChg chg="del">
          <ac:chgData name="Chen, Wen (Vicky)" userId="370386ac-7ced-43cd-aa57-a504dc959918" providerId="ADAL" clId="{A08629F2-BAFE-486D-9E84-BFC0507FDA27}" dt="2026-10-28T09:54:29.746" v="3" actId="700"/>
          <ac:spMkLst>
            <pc:docMk/>
            <pc:sldMk cId="1777069741" sldId="285"/>
            <ac:spMk id="4" creationId="{227DFDB3-5F3F-7736-8267-95B8BADCB680}"/>
          </ac:spMkLst>
        </pc:spChg>
        <pc:spChg chg="add del mod ord">
          <ac:chgData name="Chen, Wen (Vicky)" userId="370386ac-7ced-43cd-aa57-a504dc959918" providerId="ADAL" clId="{A08629F2-BAFE-486D-9E84-BFC0507FDA27}" dt="2026-10-28T09:54:36.182" v="4" actId="700"/>
          <ac:spMkLst>
            <pc:docMk/>
            <pc:sldMk cId="1777069741" sldId="285"/>
            <ac:spMk id="5" creationId="{B63F92C7-CA2C-08EE-88CB-096614340C3F}"/>
          </ac:spMkLst>
        </pc:spChg>
        <pc:spChg chg="add del mod">
          <ac:chgData name="Chen, Wen (Vicky)" userId="370386ac-7ced-43cd-aa57-a504dc959918" providerId="ADAL" clId="{A08629F2-BAFE-486D-9E84-BFC0507FDA27}" dt="2026-10-28T10:01:04.629" v="7" actId="478"/>
          <ac:spMkLst>
            <pc:docMk/>
            <pc:sldMk cId="1777069741" sldId="285"/>
            <ac:spMk id="6" creationId="{DC789B0E-9151-EBB3-9C9A-7D921624BCB2}"/>
          </ac:spMkLst>
        </pc:spChg>
        <pc:spChg chg="mod">
          <ac:chgData name="Chen, Wen (Vicky)" userId="370386ac-7ced-43cd-aa57-a504dc959918" providerId="ADAL" clId="{A08629F2-BAFE-486D-9E84-BFC0507FDA27}" dt="2026-10-28T10:02:52.947" v="35" actId="14100"/>
          <ac:spMkLst>
            <pc:docMk/>
            <pc:sldMk cId="1777069741" sldId="285"/>
            <ac:spMk id="7" creationId="{FE9E712C-8D01-093E-F260-B456F83385A5}"/>
          </ac:spMkLst>
        </pc:spChg>
        <pc:spChg chg="mod">
          <ac:chgData name="Chen, Wen (Vicky)" userId="370386ac-7ced-43cd-aa57-a504dc959918" providerId="ADAL" clId="{A08629F2-BAFE-486D-9E84-BFC0507FDA27}" dt="2026-10-28T10:02:12.729" v="29" actId="948"/>
          <ac:spMkLst>
            <pc:docMk/>
            <pc:sldMk cId="1777069741" sldId="285"/>
            <ac:spMk id="8" creationId="{7C995DB8-75D8-49DC-0386-88FDA751971A}"/>
          </ac:spMkLst>
        </pc:spChg>
        <pc:spChg chg="add mod">
          <ac:chgData name="Chen, Wen (Vicky)" userId="370386ac-7ced-43cd-aa57-a504dc959918" providerId="ADAL" clId="{A08629F2-BAFE-486D-9E84-BFC0507FDA27}" dt="2026-10-28T10:03:37.600" v="110" actId="1076"/>
          <ac:spMkLst>
            <pc:docMk/>
            <pc:sldMk cId="1777069741" sldId="285"/>
            <ac:spMk id="9" creationId="{455E59B8-9F4D-053C-0F8B-5ED9412D6AB0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17" creationId="{0DEFB17D-6681-9646-6AEB-AA8BC90223D4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23" creationId="{485C4FA3-129B-F950-2BCA-DCE18597BC89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25" creationId="{77966AF8-61F6-A290-A297-72FBA829E9F9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30" creationId="{3AD9C1E2-56A2-91FD-2214-C3508F5F5345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34" creationId="{35818903-E8A5-070B-B626-2835FFF26BE2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37" creationId="{6901D43C-2CF0-2C54-2E0B-69ABAC43B76A}"/>
          </ac:spMkLst>
        </pc:spChg>
        <pc:spChg chg="add mod">
          <ac:chgData name="Chen, Wen (Vicky)" userId="370386ac-7ced-43cd-aa57-a504dc959918" providerId="ADAL" clId="{A08629F2-BAFE-486D-9E84-BFC0507FDA27}" dt="2026-10-28T10:02:48.219" v="34" actId="1076"/>
          <ac:spMkLst>
            <pc:docMk/>
            <pc:sldMk cId="1777069741" sldId="285"/>
            <ac:spMk id="41" creationId="{7208B36C-4D3C-053B-772C-E9455269F56C}"/>
          </ac:spMkLst>
        </pc:spChg>
        <pc:spChg chg="add mod">
          <ac:chgData name="Chen, Wen (Vicky)" userId="370386ac-7ced-43cd-aa57-a504dc959918" providerId="ADAL" clId="{A08629F2-BAFE-486D-9E84-BFC0507FDA27}" dt="2026-10-28T10:03:33.858" v="109" actId="14100"/>
          <ac:spMkLst>
            <pc:docMk/>
            <pc:sldMk cId="1777069741" sldId="285"/>
            <ac:spMk id="54" creationId="{58960BED-4C88-4AA4-8F7B-F67A2FC46A15}"/>
          </ac:spMkLst>
        </pc:spChg>
        <pc:spChg chg="add mod">
          <ac:chgData name="Chen, Wen (Vicky)" userId="370386ac-7ced-43cd-aa57-a504dc959918" providerId="ADAL" clId="{A08629F2-BAFE-486D-9E84-BFC0507FDA27}" dt="2026-10-28T10:03:24.112" v="85" actId="20577"/>
          <ac:spMkLst>
            <pc:docMk/>
            <pc:sldMk cId="1777069741" sldId="285"/>
            <ac:spMk id="56" creationId="{6B37ED8F-95C2-063E-D72D-A64EF03CBD94}"/>
          </ac:spMkLst>
        </pc:spChg>
        <pc:cxnChg chg="mod">
          <ac:chgData name="Chen, Wen (Vicky)" userId="370386ac-7ced-43cd-aa57-a504dc959918" providerId="ADAL" clId="{A08629F2-BAFE-486D-9E84-BFC0507FDA27}" dt="2026-10-28T10:02:35.640" v="32" actId="14100"/>
          <ac:cxnSpMkLst>
            <pc:docMk/>
            <pc:sldMk cId="1777069741" sldId="285"/>
            <ac:cxnSpMk id="12" creationId="{C6959FA9-7E35-379E-77F4-1F6BBF5DF8D9}"/>
          </ac:cxnSpMkLst>
        </pc:cxnChg>
        <pc:cxnChg chg="mod">
          <ac:chgData name="Chen, Wen (Vicky)" userId="370386ac-7ced-43cd-aa57-a504dc959918" providerId="ADAL" clId="{A08629F2-BAFE-486D-9E84-BFC0507FDA27}" dt="2026-10-28T10:02:40.776" v="33" actId="14100"/>
          <ac:cxnSpMkLst>
            <pc:docMk/>
            <pc:sldMk cId="1777069741" sldId="285"/>
            <ac:cxnSpMk id="13" creationId="{933CCBA0-FAB3-2B8C-FF7C-6D01676E605B}"/>
          </ac:cxnSpMkLst>
        </pc:cxnChg>
        <pc:cxnChg chg="mod">
          <ac:chgData name="Chen, Wen (Vicky)" userId="370386ac-7ced-43cd-aa57-a504dc959918" providerId="ADAL" clId="{A08629F2-BAFE-486D-9E84-BFC0507FDA27}" dt="2026-10-28T10:02:31.137" v="31" actId="14100"/>
          <ac:cxnSpMkLst>
            <pc:docMk/>
            <pc:sldMk cId="1777069741" sldId="285"/>
            <ac:cxnSpMk id="14" creationId="{F1E00891-515C-956C-17FC-86789D545647}"/>
          </ac:cxnSpMkLst>
        </pc:cxnChg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702984821" sldId="286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7">
            <a:extLst>
              <a:ext uri="{FF2B5EF4-FFF2-40B4-BE49-F238E27FC236}">
                <a16:creationId xmlns:a16="http://schemas.microsoft.com/office/drawing/2014/main" id="{6D9F846D-2CFB-BC42-A87F-3BBAB17363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Footer Placeholder 9">
            <a:extLst>
              <a:ext uri="{FF2B5EF4-FFF2-40B4-BE49-F238E27FC236}">
                <a16:creationId xmlns:a16="http://schemas.microsoft.com/office/drawing/2014/main" id="{88408BE6-8E91-914D-8FB2-836E9E3F52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  <a:endParaRPr lang="en-US" dirty="0">
              <a:ea typeface="Segoe UI" pitchFamily="34" charset="0"/>
            </a:endParaRP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053A4A9A-59E9-FE4E-8C48-82287B8CFB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10/28/2026 5:54 PM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ECC6F94-A19F-3C4E-B299-330922AF66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658813" y="684213"/>
            <a:ext cx="55403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  <a:endParaRPr lang="en-US" dirty="0">
              <a:ea typeface="Segoe UI" pitchFamily="34" charset="0"/>
            </a:endParaRP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10/28/2026 5:51 PM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107052"/>
            <a:ext cx="5486400" cy="435114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67" rtl="0" eaLnBrk="1" latinLnBrk="0" hangingPunct="1">
      <a:lnSpc>
        <a:spcPct val="90000"/>
      </a:lnSpc>
      <a:spcAft>
        <a:spcPts val="333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1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199" y="3730752"/>
            <a:ext cx="9203375" cy="1285186"/>
          </a:xfrm>
          <a:noFill/>
        </p:spPr>
        <p:txBody>
          <a:bodyPr wrap="square" lIns="0" tIns="0" rIns="0" bIns="0" anchor="b" anchorCtr="0">
            <a:no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C8DF7-52E5-4ABA-86DD-8FD6C136A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201" y="5416299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70B977-ED39-4A6F-B505-8559A07A7E86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4201" y="585791"/>
            <a:ext cx="1227600" cy="26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5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hf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1" y="2487337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1" y="3962403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EFFEA8-7820-4325-8EB6-9B49BA536D46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4201" y="585791"/>
            <a:ext cx="1227600" cy="26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14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1" y="1432111"/>
            <a:ext cx="11018838" cy="4836927"/>
          </a:xfrm>
        </p:spPr>
        <p:txBody>
          <a:bodyPr/>
          <a:lstStyle>
            <a:lvl1pPr marL="228611" indent="-228611">
              <a:buSzPct val="90000"/>
              <a:buFont typeface="Arial" panose="020B0604020202020204" pitchFamily="34" charset="0"/>
              <a:buChar char="•"/>
              <a:defRPr/>
            </a:lvl1pPr>
            <a:lvl2pPr marL="457223" indent="-228611">
              <a:buSzPct val="90000"/>
              <a:buFont typeface="Arial" panose="020B0604020202020204" pitchFamily="34" charset="0"/>
              <a:buChar char="•"/>
              <a:defRPr/>
            </a:lvl2pPr>
            <a:lvl3pPr marL="657258" indent="-200035">
              <a:buSzPct val="90000"/>
              <a:buFont typeface="Arial" panose="020B0604020202020204" pitchFamily="34" charset="0"/>
              <a:buChar char="•"/>
              <a:defRPr/>
            </a:lvl3pPr>
            <a:lvl4pPr marL="843005" indent="-180984">
              <a:buSzPct val="90000"/>
              <a:buFont typeface="Arial" panose="020B0604020202020204" pitchFamily="34" charset="0"/>
              <a:buChar char="•"/>
              <a:defRPr/>
            </a:lvl4pPr>
            <a:lvl5pPr marL="1023989" indent="-168284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29919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1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11" indent="0">
              <a:buNone/>
              <a:defRPr/>
            </a:lvl2pPr>
            <a:lvl3pPr marL="457223" indent="0">
              <a:buNone/>
              <a:defRPr/>
            </a:lvl3pPr>
            <a:lvl4pPr marL="685834" indent="0">
              <a:buNone/>
              <a:defRPr/>
            </a:lvl4pPr>
            <a:lvl5pPr marL="914446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3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1" y="1435100"/>
            <a:ext cx="5211764" cy="4831110"/>
          </a:xfrm>
        </p:spPr>
        <p:txBody>
          <a:bodyPr/>
          <a:lstStyle>
            <a:lvl1pPr marL="228611" indent="-228611">
              <a:buSzPct val="90000"/>
              <a:buFont typeface="Arial" panose="020B0604020202020204" pitchFamily="34" charset="0"/>
              <a:buChar char="•"/>
              <a:defRPr/>
            </a:lvl1pPr>
            <a:lvl2pPr marL="457223" indent="-228611">
              <a:buSzPct val="90000"/>
              <a:buFont typeface="Arial" panose="020B0604020202020204" pitchFamily="34" charset="0"/>
              <a:buChar char="•"/>
              <a:defRPr/>
            </a:lvl2pPr>
            <a:lvl3pPr marL="657258" indent="-200035">
              <a:buSzPct val="90000"/>
              <a:buFont typeface="Arial" panose="020B0604020202020204" pitchFamily="34" charset="0"/>
              <a:buChar char="•"/>
              <a:defRPr/>
            </a:lvl3pPr>
            <a:lvl4pPr marL="843005" indent="-180984">
              <a:buSzPct val="90000"/>
              <a:buFont typeface="Arial" panose="020B0604020202020204" pitchFamily="34" charset="0"/>
              <a:buChar char="•"/>
              <a:defRPr/>
            </a:lvl4pPr>
            <a:lvl5pPr marL="1023989" indent="-168284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9" y="1435100"/>
            <a:ext cx="5219700" cy="4831110"/>
          </a:xfrm>
        </p:spPr>
        <p:txBody>
          <a:bodyPr/>
          <a:lstStyle>
            <a:lvl1pPr marL="228611" indent="-228611">
              <a:buSzPct val="90000"/>
              <a:buFont typeface="Arial" panose="020B0604020202020204" pitchFamily="34" charset="0"/>
              <a:buChar char="•"/>
              <a:defRPr/>
            </a:lvl1pPr>
            <a:lvl2pPr marL="457223" indent="-228611">
              <a:buSzPct val="90000"/>
              <a:buFont typeface="Arial" panose="020B0604020202020204" pitchFamily="34" charset="0"/>
              <a:buChar char="•"/>
              <a:defRPr/>
            </a:lvl2pPr>
            <a:lvl3pPr marL="657258" indent="-200035">
              <a:buSzPct val="90000"/>
              <a:buFont typeface="Arial" panose="020B0604020202020204" pitchFamily="34" charset="0"/>
              <a:buChar char="•"/>
              <a:defRPr/>
            </a:lvl3pPr>
            <a:lvl4pPr marL="843005" indent="-180984">
              <a:buSzPct val="90000"/>
              <a:buFont typeface="Arial" panose="020B0604020202020204" pitchFamily="34" charset="0"/>
              <a:buChar char="•"/>
              <a:defRPr/>
            </a:lvl4pPr>
            <a:lvl5pPr marL="1023989" indent="-168284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24536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591793"/>
            <a:ext cx="11018521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2710BA9-0DC0-4BFB-82CF-4F93C55DE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90" y="1434370"/>
            <a:ext cx="5209891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11" indent="0">
              <a:buNone/>
              <a:defRPr/>
            </a:lvl2pPr>
            <a:lvl3pPr marL="457223" indent="0">
              <a:buNone/>
              <a:defRPr/>
            </a:lvl3pPr>
            <a:lvl4pPr marL="685834" indent="0">
              <a:buNone/>
              <a:defRPr/>
            </a:lvl4pPr>
            <a:lvl5pPr marL="914446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5F674C-7305-447F-8F35-DBBE34412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5721" y="1434370"/>
            <a:ext cx="5209891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11" indent="0">
              <a:buNone/>
              <a:defRPr/>
            </a:lvl2pPr>
            <a:lvl3pPr marL="457223" indent="0">
              <a:buNone/>
              <a:defRPr/>
            </a:lvl3pPr>
            <a:lvl4pPr marL="685834" indent="0">
              <a:buNone/>
              <a:defRPr/>
            </a:lvl4pPr>
            <a:lvl5pPr marL="914446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20189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4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9845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 userDrawn="1">
          <p15:clr>
            <a:srgbClr val="A4A3A4"/>
          </p15:clr>
        </p15:guide>
        <p15:guide id="7" pos="963" userDrawn="1">
          <p15:clr>
            <a:srgbClr val="A4A3A4"/>
          </p15:clr>
        </p15:guide>
        <p15:guide id="8" pos="1373" userDrawn="1">
          <p15:clr>
            <a:srgbClr val="A4A3A4"/>
          </p15:clr>
        </p15:guide>
        <p15:guide id="9" pos="1556" userDrawn="1">
          <p15:clr>
            <a:srgbClr val="A4A3A4"/>
          </p15:clr>
        </p15:guide>
        <p15:guide id="10" pos="1967" userDrawn="1">
          <p15:clr>
            <a:srgbClr val="A4A3A4"/>
          </p15:clr>
        </p15:guide>
        <p15:guide id="11" pos="2150" userDrawn="1">
          <p15:clr>
            <a:srgbClr val="A4A3A4"/>
          </p15:clr>
        </p15:guide>
        <p15:guide id="12" pos="2561" userDrawn="1">
          <p15:clr>
            <a:srgbClr val="A4A3A4"/>
          </p15:clr>
        </p15:guide>
        <p15:guide id="13" pos="2745" userDrawn="1">
          <p15:clr>
            <a:srgbClr val="A4A3A4"/>
          </p15:clr>
        </p15:guide>
        <p15:guide id="14" pos="3156" userDrawn="1">
          <p15:clr>
            <a:srgbClr val="A4A3A4"/>
          </p15:clr>
        </p15:guide>
        <p15:guide id="15" pos="3338" userDrawn="1">
          <p15:clr>
            <a:srgbClr val="A4A3A4"/>
          </p15:clr>
        </p15:guide>
        <p15:guide id="16" pos="3749" userDrawn="1">
          <p15:clr>
            <a:srgbClr val="A4A3A4"/>
          </p15:clr>
        </p15:guide>
        <p15:guide id="17" pos="3932" userDrawn="1">
          <p15:clr>
            <a:srgbClr val="A4A3A4"/>
          </p15:clr>
        </p15:guide>
        <p15:guide id="18" pos="4343" userDrawn="1">
          <p15:clr>
            <a:srgbClr val="A4A3A4"/>
          </p15:clr>
        </p15:guide>
        <p15:guide id="19" pos="4525" userDrawn="1">
          <p15:clr>
            <a:srgbClr val="A4A3A4"/>
          </p15:clr>
        </p15:guide>
        <p15:guide id="20" pos="4938" userDrawn="1">
          <p15:clr>
            <a:srgbClr val="A4A3A4"/>
          </p15:clr>
        </p15:guide>
        <p15:guide id="21" pos="5120" userDrawn="1">
          <p15:clr>
            <a:srgbClr val="A4A3A4"/>
          </p15:clr>
        </p15:guide>
        <p15:guide id="22" pos="5530" userDrawn="1">
          <p15:clr>
            <a:srgbClr val="A4A3A4"/>
          </p15:clr>
        </p15:guide>
        <p15:guide id="23" pos="5715" userDrawn="1">
          <p15:clr>
            <a:srgbClr val="A4A3A4"/>
          </p15:clr>
        </p15:guide>
        <p15:guide id="24" pos="6123" userDrawn="1">
          <p15:clr>
            <a:srgbClr val="A4A3A4"/>
          </p15:clr>
        </p15:guide>
        <p15:guide id="25" pos="6308" userDrawn="1">
          <p15:clr>
            <a:srgbClr val="A4A3A4"/>
          </p15:clr>
        </p15:guide>
        <p15:guide id="26" pos="6717" userDrawn="1">
          <p15:clr>
            <a:srgbClr val="A4A3A4"/>
          </p15:clr>
        </p15:guide>
        <p15:guide id="27" pos="6900" userDrawn="1">
          <p15:clr>
            <a:srgbClr val="A4A3A4"/>
          </p15:clr>
        </p15:guide>
        <p15:guide id="28" orient="horz" pos="905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3182780"/>
            <a:ext cx="11018521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38585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 userDrawn="1">
          <p15:clr>
            <a:srgbClr val="A4A3A4"/>
          </p15:clr>
        </p15:guide>
        <p15:guide id="7" pos="963" userDrawn="1">
          <p15:clr>
            <a:srgbClr val="A4A3A4"/>
          </p15:clr>
        </p15:guide>
        <p15:guide id="8" pos="1373" userDrawn="1">
          <p15:clr>
            <a:srgbClr val="A4A3A4"/>
          </p15:clr>
        </p15:guide>
        <p15:guide id="9" pos="1556" userDrawn="1">
          <p15:clr>
            <a:srgbClr val="A4A3A4"/>
          </p15:clr>
        </p15:guide>
        <p15:guide id="10" pos="1967" userDrawn="1">
          <p15:clr>
            <a:srgbClr val="A4A3A4"/>
          </p15:clr>
        </p15:guide>
        <p15:guide id="11" pos="2150" userDrawn="1">
          <p15:clr>
            <a:srgbClr val="A4A3A4"/>
          </p15:clr>
        </p15:guide>
        <p15:guide id="12" pos="2569" userDrawn="1">
          <p15:clr>
            <a:srgbClr val="A4A3A4"/>
          </p15:clr>
        </p15:guide>
        <p15:guide id="13" pos="2745" userDrawn="1">
          <p15:clr>
            <a:srgbClr val="A4A3A4"/>
          </p15:clr>
        </p15:guide>
        <p15:guide id="14" pos="3156" userDrawn="1">
          <p15:clr>
            <a:srgbClr val="A4A3A4"/>
          </p15:clr>
        </p15:guide>
        <p15:guide id="15" pos="3338" userDrawn="1">
          <p15:clr>
            <a:srgbClr val="A4A3A4"/>
          </p15:clr>
        </p15:guide>
        <p15:guide id="16" pos="3749" userDrawn="1">
          <p15:clr>
            <a:srgbClr val="A4A3A4"/>
          </p15:clr>
        </p15:guide>
        <p15:guide id="17" pos="3932" userDrawn="1">
          <p15:clr>
            <a:srgbClr val="A4A3A4"/>
          </p15:clr>
        </p15:guide>
        <p15:guide id="18" pos="4343" userDrawn="1">
          <p15:clr>
            <a:srgbClr val="A4A3A4"/>
          </p15:clr>
        </p15:guide>
        <p15:guide id="19" pos="4525" userDrawn="1">
          <p15:clr>
            <a:srgbClr val="A4A3A4"/>
          </p15:clr>
        </p15:guide>
        <p15:guide id="20" pos="4938" userDrawn="1">
          <p15:clr>
            <a:srgbClr val="A4A3A4"/>
          </p15:clr>
        </p15:guide>
        <p15:guide id="21" pos="5120" userDrawn="1">
          <p15:clr>
            <a:srgbClr val="A4A3A4"/>
          </p15:clr>
        </p15:guide>
        <p15:guide id="22" pos="5530" userDrawn="1">
          <p15:clr>
            <a:srgbClr val="A4A3A4"/>
          </p15:clr>
        </p15:guide>
        <p15:guide id="23" pos="5715" userDrawn="1">
          <p15:clr>
            <a:srgbClr val="A4A3A4"/>
          </p15:clr>
        </p15:guide>
        <p15:guide id="24" pos="6123" userDrawn="1">
          <p15:clr>
            <a:srgbClr val="A4A3A4"/>
          </p15:clr>
        </p15:guide>
        <p15:guide id="25" pos="6308" userDrawn="1">
          <p15:clr>
            <a:srgbClr val="A4A3A4"/>
          </p15:clr>
        </p15:guide>
        <p15:guide id="26" pos="6717" userDrawn="1">
          <p15:clr>
            <a:srgbClr val="A4A3A4"/>
          </p15:clr>
        </p15:guide>
        <p15:guide id="27" pos="6900" userDrawn="1">
          <p15:clr>
            <a:srgbClr val="A4A3A4"/>
          </p15:clr>
        </p15:guide>
        <p15:guide id="28" orient="horz" pos="1992" userDrawn="1">
          <p15:clr>
            <a:srgbClr val="5ACBF0"/>
          </p15:clr>
        </p15:guide>
        <p15:guide id="29" orient="horz" pos="2328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20C4-3302-EB45-B6C3-8D7D3B54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060B0B7-8257-AF44-8E50-C5EF88BB38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8264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AA7D2A-D3F3-C443-BEAB-AE463EB697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599748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606696E-F9FD-7A41-B239-56C925CA5E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11232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67BFD11-A5C7-534B-95DE-708BA59C34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622716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4A2493A-DA9A-774E-B698-381E87F302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34200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9F155F2-1A5E-D049-B799-7F26550827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645684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9D300ED-46DE-8D44-B42F-D72A4BD1D05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657168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9F3EBB-786F-7A42-B92F-72211CA921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7668652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BA676D0-34EC-3646-AC3D-071EB3DD9D6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680136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ADFD9C1-E635-1B46-BC21-4D5D3069E7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691620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CF35C45-D347-D645-8CD2-6E3D2088C4C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10703108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9475B80-6F15-0744-AB11-132AC7CF9AF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88264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65AC22-FEB4-6245-8825-006D3BD5EEC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1599748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CA5DEB6-0C05-E64B-93D0-2DC0A025A09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2611232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846680-CCD1-9948-9632-5B8197B7DF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622716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079D992-3FCF-A34A-88A0-8A2A68C972E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634200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996246-3D80-2E4F-B8C7-B5C201E6038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5645684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B08E9CE-2FBC-A34F-A25C-316E2F2AFB5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657168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B30B13-3B8F-8940-A799-8867F379BBF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7668652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C27ED1D-2D58-0F4E-AF78-B5F5237C75C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680136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4EBE182-B741-BC49-B664-B0A622BFEA1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691620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16A9CF0-7A7F-AE48-971A-01E1283DC04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03108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E48212A-DC2D-8A4E-948F-CED552226B3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588264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7EC4B1-AFA8-B84C-9D6B-CFC26A34777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1599748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41B8F6-CB16-8A47-93D6-22C9BD6E792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2611232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647A9E-3E39-5245-986A-31E2F83C941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3622716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943DD5E-95E4-004B-A652-3964101490F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634200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324A395-E051-B041-98A7-F038983D90B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645684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8EB23B-20D2-E04A-8B4F-F25763669F4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6657168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176A914-34CF-6A48-A1B5-7978B2CF9C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7668652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220427-E17B-B24E-AB8E-2626C72238E1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8680136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56B660E-74F0-6749-933B-EBBB3DC15E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9691620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00E9B2C-54F5-7247-8B0A-8ECF84CB3EC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gray">
          <a:xfrm>
            <a:off x="10703108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1E232AB-8B15-254B-A855-7F8837E250D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588264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A9C15B7-B0C8-6F44-8D00-8A2A4EEBF91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gray">
          <a:xfrm>
            <a:off x="1599748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55E00E5-0C32-114B-9C71-A210C35FD8A5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2611232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3BCE8B7-2363-754D-8DCC-BBD1A812A6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 bwMode="gray">
          <a:xfrm>
            <a:off x="3622716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D5E7E1-6C4A-D24E-B423-731BCB2FED8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4634200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994E403-A4F2-D143-8694-FFDDED83B56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 bwMode="gray">
          <a:xfrm>
            <a:off x="5645684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DD66CA9-613E-E649-873E-15770AF3796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6657168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1F31EBB-82CA-0B47-90B9-623F7BEA7BCC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 bwMode="gray">
          <a:xfrm>
            <a:off x="7668652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3354D4A-7AE4-3249-979C-EF717F4169E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8680136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798148F-325B-8847-998F-D6695555F7A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 bwMode="gray">
          <a:xfrm>
            <a:off x="9691620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C062AA-6E9F-F148-A650-D892DEAD4D5B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10703108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736B318-56FF-BD45-BE51-B4F02187BAB1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 bwMode="gray">
          <a:xfrm>
            <a:off x="588264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874F5D0-313C-9C4E-A76E-837FA8B341E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1599748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B1B6CBD-7E6A-E64A-8901-48FC6B628F8A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 bwMode="gray">
          <a:xfrm>
            <a:off x="2611232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1345C8D-49CF-D74B-BBBF-1ABB0F2BC7E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3622716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431BFC-6034-2D48-B40D-D214B5BA49E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 bwMode="gray">
          <a:xfrm>
            <a:off x="4634200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E881A0D-AB0E-1544-945D-AFD48D4CD2F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5645684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64F7E33-6DCA-DF42-BB2E-C8EC136C0AAA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 bwMode="gray">
          <a:xfrm>
            <a:off x="6657168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C86F5EF-AD62-294A-AE53-AD62F4600B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7668652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DDEFD37-0863-F949-AA96-5F73CC3B271A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 bwMode="gray">
          <a:xfrm>
            <a:off x="8680136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7F81ABC-5057-6D45-AD46-29A54A12611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9691620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866A0A0-C971-6B47-A279-161DD8E70EE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 bwMode="gray">
          <a:xfrm>
            <a:off x="10703108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</p:spTree>
    <p:extLst>
      <p:ext uri="{BB962C8B-B14F-4D97-AF65-F5344CB8AC3E}">
        <p14:creationId xmlns:p14="http://schemas.microsoft.com/office/powerpoint/2010/main" val="2606528856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1" y="0"/>
            <a:ext cx="6858000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262425"/>
            <a:ext cx="4158362" cy="86177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2" y="3535544"/>
            <a:ext cx="4162426" cy="273349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+mn-lt"/>
              </a:defRPr>
            </a:lvl1pPr>
            <a:lvl2pPr marL="228611" indent="0">
              <a:buNone/>
              <a:defRPr/>
            </a:lvl2pPr>
            <a:lvl3pPr marL="457223" indent="0">
              <a:buNone/>
              <a:defRPr/>
            </a:lvl3pPr>
            <a:lvl4pPr marL="662021" indent="0">
              <a:buNone/>
              <a:defRPr/>
            </a:lvl4pPr>
            <a:lvl5pPr marL="85570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8856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 userDrawn="1">
          <p15:clr>
            <a:srgbClr val="FBAE40"/>
          </p15:clr>
        </p15:guide>
        <p15:guide id="8" orient="horz" pos="2226" userDrawn="1">
          <p15:clr>
            <a:srgbClr val="5ACBF0"/>
          </p15:clr>
        </p15:guide>
        <p15:guide id="10" pos="3729" userDrawn="1">
          <p15:clr>
            <a:srgbClr val="C35EA4"/>
          </p15:clr>
        </p15:guide>
        <p15:guide id="11" pos="2993" userDrawn="1">
          <p15:clr>
            <a:srgbClr val="5ACBF0"/>
          </p15:clr>
        </p15:guide>
        <p15:guide id="12" pos="3543" userDrawn="1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/Feature - Squar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091FAC0-2210-AA45-95A9-B6A72152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3" y="1028700"/>
            <a:ext cx="6259511" cy="9144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0B0D8E2-424A-CE45-AD48-F95CCAF113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38803" y="2299447"/>
            <a:ext cx="6259511" cy="3491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293690" y="1043679"/>
            <a:ext cx="5040311" cy="474008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7239143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 userDrawn="1">
          <p15:clr>
            <a:srgbClr val="FBAE40"/>
          </p15:clr>
        </p15:guide>
        <p15:guide id="6" orient="horz" pos="648" userDrawn="1">
          <p15:clr>
            <a:srgbClr val="5ACBF0"/>
          </p15:clr>
        </p15:guide>
        <p15:guide id="8" orient="horz" pos="3648" userDrawn="1">
          <p15:clr>
            <a:srgbClr val="5ACBF0"/>
          </p15:clr>
        </p15:guide>
        <p15:guide id="10" pos="3721" userDrawn="1">
          <p15:clr>
            <a:srgbClr val="C35EA4"/>
          </p15:clr>
        </p15:guide>
        <p15:guide id="11" pos="2993" userDrawn="1">
          <p15:clr>
            <a:srgbClr val="5ACBF0"/>
          </p15:clr>
        </p15:guide>
        <p15:guide id="12" pos="3552" userDrawn="1">
          <p15:clr>
            <a:srgbClr val="A4A3A4"/>
          </p15:clr>
        </p15:guide>
        <p15:guide id="14" orient="horz" pos="1440" userDrawn="1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5497686"/>
            <a:ext cx="11018521" cy="430887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11" lvl="0" indent="-228611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700493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 userDrawn="1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927845"/>
            <a:ext cx="11018521" cy="430887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-2381" y="228600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11" lvl="0" indent="-228611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29556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 userDrawn="1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5486403"/>
            <a:ext cx="5367529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22077"/>
            <a:ext cx="5367529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11" lvl="0" indent="-228611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486403"/>
            <a:ext cx="5367529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39256" y="1822077"/>
            <a:ext cx="5367529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11" lvl="0" indent="-228611" algn="ctr"/>
            <a:r>
              <a:rPr lang="en-US" dirty="0"/>
              <a:t>Drag and drop your photo here</a:t>
            </a:r>
            <a:br>
              <a:rPr lang="en-US" dirty="0"/>
            </a:br>
            <a:r>
              <a:rPr lang="en-US" dirty="0"/>
              <a:t>or click or tap icon below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6852B-EA48-4DA0-85C5-B2B1A907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9760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3749" userDrawn="1">
          <p15:clr>
            <a:srgbClr val="5ACBF0"/>
          </p15:clr>
        </p15:guide>
        <p15:guide id="7" pos="3931" userDrawn="1">
          <p15:clr>
            <a:srgbClr val="5ACBF0"/>
          </p15:clr>
        </p15:guide>
        <p15:guide id="8" orient="horz" pos="1139" userDrawn="1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4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640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32063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82FBC-A5FE-4949-90A0-2C7AE294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131227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2557" userDrawn="1">
          <p15:clr>
            <a:srgbClr val="5ACBF0"/>
          </p15:clr>
        </p15:guide>
        <p15:guide id="7" pos="2745" userDrawn="1">
          <p15:clr>
            <a:srgbClr val="5ACBF0"/>
          </p15:clr>
        </p15:guide>
        <p15:guide id="8" pos="4937" userDrawn="1">
          <p15:clr>
            <a:srgbClr val="5ACBF0"/>
          </p15:clr>
        </p15:guide>
        <p15:guide id="9" pos="5124" userDrawn="1">
          <p15:clr>
            <a:srgbClr val="5ACBF0"/>
          </p15:clr>
        </p15:guide>
        <p15:guide id="10" orient="horz" pos="1139" userDrawn="1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F91C1-B794-4B3E-A261-364FE4771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2" y="2024067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7671E-2E0A-4489-899C-1D6A3B3522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1" y="2611569"/>
            <a:ext cx="479620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94322E-67FD-4731-91FC-9B5B2B3A5FE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1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2968B98-448E-47A5-B9E2-F68A957DA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6102" y="2024067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09AF88B-94B0-4951-950E-0E65325729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6101" y="2611569"/>
            <a:ext cx="479620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1DFDCCC0-C216-43D7-9899-005148CAC5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56102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41B3CC-F651-426F-BDBF-9505DCD7F9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8002" y="2029782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321F9A-F25D-4EEF-BA80-BFBD772AAC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8002" y="2617284"/>
            <a:ext cx="479620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7324DA3D-8837-4E90-8B42-BC383F017C2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8000" y="2951013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2C5B4-0CEA-48E6-9BA2-F8B9CA5B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8486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612" userDrawn="1">
          <p15:clr>
            <a:srgbClr val="5ACBF0"/>
          </p15:clr>
        </p15:guide>
        <p15:guide id="6" pos="2557" userDrawn="1">
          <p15:clr>
            <a:srgbClr val="5ACBF0"/>
          </p15:clr>
        </p15:guide>
        <p15:guide id="7" pos="2745" userDrawn="1">
          <p15:clr>
            <a:srgbClr val="5ACBF0"/>
          </p15:clr>
        </p15:guide>
        <p15:guide id="8" pos="4937" userDrawn="1">
          <p15:clr>
            <a:srgbClr val="5ACBF0"/>
          </p15:clr>
        </p15:guide>
        <p15:guide id="9" pos="5124" userDrawn="1">
          <p15:clr>
            <a:srgbClr val="5ACBF0"/>
          </p15:clr>
        </p15:guide>
        <p15:guide id="10" orient="horz" pos="1842" userDrawn="1">
          <p15:clr>
            <a:srgbClr val="5ACBF0"/>
          </p15:clr>
        </p15:guide>
        <p15:guide id="11" orient="horz" pos="1275" userDrawn="1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A3A818-AA31-4BF6-A4C4-C805CCA29124}"/>
              </a:ext>
            </a:extLst>
          </p:cNvPr>
          <p:cNvSpPr/>
          <p:nvPr userDrawn="1"/>
        </p:nvSpPr>
        <p:spPr>
          <a:xfrm>
            <a:off x="588388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7B003B0A-786C-4C57-B303-7A366B39C7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5218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0" indent="0" algn="ctr">
              <a:buNone/>
              <a:defRPr sz="1800" b="1">
                <a:solidFill>
                  <a:schemeClr val="bg1"/>
                </a:solidFill>
              </a:defRPr>
            </a:lvl2pPr>
            <a:lvl3pPr marL="0" indent="0" algn="ctr">
              <a:buNone/>
              <a:defRPr sz="1800" b="1">
                <a:solidFill>
                  <a:schemeClr val="bg1"/>
                </a:solidFill>
              </a:defRPr>
            </a:lvl3pPr>
            <a:lvl4pPr marL="0" indent="0" algn="ctr">
              <a:buNone/>
              <a:defRPr sz="1800" b="1">
                <a:solidFill>
                  <a:schemeClr val="bg1"/>
                </a:solidFill>
              </a:defRPr>
            </a:lvl4pPr>
            <a:lvl5pPr marL="0" indent="0" algn="ctr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3C52E2-057A-4B53-8F31-B05DF77524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6556" y="3898077"/>
            <a:ext cx="3017520" cy="1598666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D58E01-097F-41EB-809A-E7059986FF1B}"/>
              </a:ext>
            </a:extLst>
          </p:cNvPr>
          <p:cNvSpPr/>
          <p:nvPr userDrawn="1"/>
        </p:nvSpPr>
        <p:spPr bwMode="auto">
          <a:xfrm>
            <a:off x="588388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51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16556" y="2166689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E3E95-B158-4C86-84DF-A9A13E023DB6}"/>
              </a:ext>
            </a:extLst>
          </p:cNvPr>
          <p:cNvSpPr/>
          <p:nvPr userDrawn="1"/>
        </p:nvSpPr>
        <p:spPr>
          <a:xfrm>
            <a:off x="4359073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21E2461-F046-4629-B68B-D8EE0ED76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7240" y="3898077"/>
            <a:ext cx="3017520" cy="1598666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76B0EA-9AD2-41EB-ADA3-35F181847420}"/>
              </a:ext>
            </a:extLst>
          </p:cNvPr>
          <p:cNvSpPr/>
          <p:nvPr userDrawn="1"/>
        </p:nvSpPr>
        <p:spPr bwMode="auto">
          <a:xfrm>
            <a:off x="4359073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51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D6B7E8-8355-48AE-AA16-7F356A160B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87240" y="2166689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0F26A8-11EC-43E1-8523-7B0228D9735B}"/>
              </a:ext>
            </a:extLst>
          </p:cNvPr>
          <p:cNvSpPr/>
          <p:nvPr userDrawn="1"/>
        </p:nvSpPr>
        <p:spPr>
          <a:xfrm>
            <a:off x="8129757" y="1355289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B08E5BD0-8E67-461B-B922-64413A6BE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57924" y="3892110"/>
            <a:ext cx="3017520" cy="1598666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7C328-65EC-49F9-96BC-655F5BDAE853}"/>
              </a:ext>
            </a:extLst>
          </p:cNvPr>
          <p:cNvSpPr/>
          <p:nvPr userDrawn="1"/>
        </p:nvSpPr>
        <p:spPr bwMode="auto">
          <a:xfrm>
            <a:off x="8129757" y="1995370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51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E0EE21D-2571-4587-82C6-AF23D68068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8357924" y="2160722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714D4-57F9-4476-BAC0-86F4ED06D1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8382" y="5812349"/>
            <a:ext cx="11015231" cy="4878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/>
            </a:lvl1pPr>
            <a:lvl2pPr marL="0" indent="0" algn="ctr">
              <a:buNone/>
              <a:defRPr sz="2800"/>
            </a:lvl2pPr>
            <a:lvl3pPr marL="0" indent="0" algn="ctr">
              <a:buNone/>
              <a:defRPr sz="2800"/>
            </a:lvl3pPr>
            <a:lvl4pPr marL="0" indent="0" algn="ctr">
              <a:buNone/>
              <a:defRPr sz="2800"/>
            </a:lvl4pPr>
            <a:lvl5pPr marL="0" indent="0" algn="ctr">
              <a:buNone/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2B82D46-6BE4-4842-99AA-5D585A8411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55902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0" indent="0" algn="ctr">
              <a:buNone/>
              <a:defRPr sz="1800" b="1">
                <a:solidFill>
                  <a:schemeClr val="bg1"/>
                </a:solidFill>
              </a:defRPr>
            </a:lvl2pPr>
            <a:lvl3pPr marL="0" indent="0" algn="ctr">
              <a:buNone/>
              <a:defRPr sz="1800" b="1">
                <a:solidFill>
                  <a:schemeClr val="bg1"/>
                </a:solidFill>
              </a:defRPr>
            </a:lvl3pPr>
            <a:lvl4pPr marL="0" indent="0" algn="ctr">
              <a:buNone/>
              <a:defRPr sz="1800" b="1">
                <a:solidFill>
                  <a:schemeClr val="bg1"/>
                </a:solidFill>
              </a:defRPr>
            </a:lvl4pPr>
            <a:lvl5pPr marL="0" indent="0" algn="ctr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921C6F5-BAE0-41B0-A919-ABDAF35DAD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2926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0" indent="0" algn="ctr">
              <a:buNone/>
              <a:defRPr sz="1800" b="1">
                <a:solidFill>
                  <a:schemeClr val="bg1"/>
                </a:solidFill>
              </a:defRPr>
            </a:lvl2pPr>
            <a:lvl3pPr marL="0" indent="0" algn="ctr">
              <a:buNone/>
              <a:defRPr sz="1800" b="1">
                <a:solidFill>
                  <a:schemeClr val="bg1"/>
                </a:solidFill>
              </a:defRPr>
            </a:lvl3pPr>
            <a:lvl4pPr marL="0" indent="0" algn="ctr">
              <a:buNone/>
              <a:defRPr sz="1800" b="1">
                <a:solidFill>
                  <a:schemeClr val="bg1"/>
                </a:solidFill>
              </a:defRPr>
            </a:lvl4pPr>
            <a:lvl5pPr marL="0" indent="0" algn="ctr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C91994A-3654-4C3E-A312-4B73609F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591793"/>
            <a:ext cx="11018521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0053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2557" userDrawn="1">
          <p15:clr>
            <a:srgbClr val="5ACBF0"/>
          </p15:clr>
        </p15:guide>
        <p15:guide id="7" pos="2745" userDrawn="1">
          <p15:clr>
            <a:srgbClr val="5ACBF0"/>
          </p15:clr>
        </p15:guide>
        <p15:guide id="8" pos="4937" userDrawn="1">
          <p15:clr>
            <a:srgbClr val="5ACBF0"/>
          </p15:clr>
        </p15:guide>
        <p15:guide id="9" pos="5124" userDrawn="1">
          <p15:clr>
            <a:srgbClr val="5ACBF0"/>
          </p15:clr>
        </p15:guide>
        <p15:guide id="10" orient="horz" pos="822" userDrawn="1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543644"/>
            <a:ext cx="2532889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2532889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543644"/>
            <a:ext cx="2532889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413908" y="1815353"/>
            <a:ext cx="2532889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543644"/>
            <a:ext cx="2532889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45204" y="1815353"/>
            <a:ext cx="2532889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543644"/>
            <a:ext cx="2532889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076500" y="1815353"/>
            <a:ext cx="2532889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9770F-45CE-4505-A3E9-DB203881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73574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856" userDrawn="1">
          <p15:clr>
            <a:srgbClr val="5ACBF0"/>
          </p15:clr>
        </p15:guide>
        <p15:guide id="5" orient="horz" pos="288" userDrawn="1">
          <p15:clr>
            <a:srgbClr val="5ACBF0"/>
          </p15:clr>
        </p15:guide>
        <p15:guide id="6" pos="1963" userDrawn="1">
          <p15:clr>
            <a:srgbClr val="5ACBF0"/>
          </p15:clr>
        </p15:guide>
        <p15:guide id="7" pos="2150" userDrawn="1">
          <p15:clr>
            <a:srgbClr val="5ACBF0"/>
          </p15:clr>
        </p15:guide>
        <p15:guide id="8" pos="3747" userDrawn="1">
          <p15:clr>
            <a:srgbClr val="5ACBF0"/>
          </p15:clr>
        </p15:guide>
        <p15:guide id="9" pos="3933" userDrawn="1">
          <p15:clr>
            <a:srgbClr val="5ACBF0"/>
          </p15:clr>
        </p15:guide>
        <p15:guide id="10" pos="5530" userDrawn="1">
          <p15:clr>
            <a:srgbClr val="5ACBF0"/>
          </p15:clr>
        </p15:guide>
        <p15:guide id="11" pos="5716" userDrawn="1">
          <p15:clr>
            <a:srgbClr val="5ACBF0"/>
          </p15:clr>
        </p15:guide>
        <p15:guide id="12" orient="horz" pos="1139" userDrawn="1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09B8F0-E785-4993-A9CA-BE8D371B2F1C}"/>
              </a:ext>
            </a:extLst>
          </p:cNvPr>
          <p:cNvSpPr/>
          <p:nvPr userDrawn="1"/>
        </p:nvSpPr>
        <p:spPr bwMode="auto">
          <a:xfrm>
            <a:off x="725757" y="17145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6082FB-3119-4714-B0C0-D572EC975527}"/>
              </a:ext>
            </a:extLst>
          </p:cNvPr>
          <p:cNvSpPr/>
          <p:nvPr userDrawn="1"/>
        </p:nvSpPr>
        <p:spPr bwMode="auto">
          <a:xfrm>
            <a:off x="58826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20223-B6E5-4A3F-B38B-BD07D5D659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7659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C7966-C4D7-49C0-B78C-2335EC912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0445" y="1944975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3DD438-6A23-4472-B641-263CA368D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0445" y="2643623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76077-CE80-43B8-9EE5-625D9EBF3AFE}"/>
              </a:ext>
            </a:extLst>
          </p:cNvPr>
          <p:cNvSpPr/>
          <p:nvPr userDrawn="1"/>
        </p:nvSpPr>
        <p:spPr bwMode="auto">
          <a:xfrm>
            <a:off x="588263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A6B61-EF71-4B61-BCE3-366255FDF1EC}"/>
              </a:ext>
            </a:extLst>
          </p:cNvPr>
          <p:cNvSpPr/>
          <p:nvPr userDrawn="1"/>
        </p:nvSpPr>
        <p:spPr bwMode="auto">
          <a:xfrm>
            <a:off x="725757" y="38989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0B7D3AE-CE8F-4AFB-89D1-7B9F5309DE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7659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CF9214B-A0AA-4B6C-B28E-D4EBC5ADE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445" y="4129375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4CC4422-DCB4-43AA-AAD9-BCD5D2AA4B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90445" y="4828023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805574-3B72-481E-A744-EA088066496F}"/>
              </a:ext>
            </a:extLst>
          </p:cNvPr>
          <p:cNvSpPr/>
          <p:nvPr userDrawn="1"/>
        </p:nvSpPr>
        <p:spPr bwMode="auto">
          <a:xfrm>
            <a:off x="4493594" y="17145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B8D822-4AF5-4132-A5BC-447AFB46D9A1}"/>
              </a:ext>
            </a:extLst>
          </p:cNvPr>
          <p:cNvSpPr/>
          <p:nvPr userDrawn="1"/>
        </p:nvSpPr>
        <p:spPr bwMode="auto">
          <a:xfrm>
            <a:off x="4356099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885CB766-3BA7-4C6E-981C-12B89BBC0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495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844DE8E-38F4-4A62-9864-CF5DC11D85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8282" y="1944975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DCB16E-3178-4977-908B-DCB9D5BE65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58283" y="2643623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33F72-DCBA-4AB2-B21A-B550376D8C87}"/>
              </a:ext>
            </a:extLst>
          </p:cNvPr>
          <p:cNvSpPr/>
          <p:nvPr userDrawn="1"/>
        </p:nvSpPr>
        <p:spPr bwMode="auto">
          <a:xfrm>
            <a:off x="4502418" y="38989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259E61-6078-44AA-A8F7-193579B7AE28}"/>
              </a:ext>
            </a:extLst>
          </p:cNvPr>
          <p:cNvSpPr/>
          <p:nvPr userDrawn="1"/>
        </p:nvSpPr>
        <p:spPr bwMode="auto">
          <a:xfrm>
            <a:off x="4364925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4A82533-F2BF-4E0A-BA3B-0430252D7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4320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B3A0E84D-D831-421C-9A30-9491AAAF8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7106" y="4129375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BCDABBF1-093E-49D4-A19B-3B84526121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7108" y="4828023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BA965-A892-4051-B1FD-FD4306CA19AF}"/>
              </a:ext>
            </a:extLst>
          </p:cNvPr>
          <p:cNvSpPr/>
          <p:nvPr userDrawn="1"/>
        </p:nvSpPr>
        <p:spPr bwMode="auto">
          <a:xfrm>
            <a:off x="8275907" y="17145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BE5E53-DE80-4281-9FEC-7ACDD1067819}"/>
              </a:ext>
            </a:extLst>
          </p:cNvPr>
          <p:cNvSpPr/>
          <p:nvPr userDrawn="1"/>
        </p:nvSpPr>
        <p:spPr bwMode="auto">
          <a:xfrm>
            <a:off x="813841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C1E6F08-6F2F-4B8B-9D87-C030E94DF1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77808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D06001F-6138-4D6F-A243-7FFE1D81CC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0594" y="1944975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7841B3D9-6CC3-427F-B428-8C3FDE4BE06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0596" y="2643623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1224F9-6A4C-4C65-8E42-6E3D85470B57}"/>
              </a:ext>
            </a:extLst>
          </p:cNvPr>
          <p:cNvSpPr/>
          <p:nvPr userDrawn="1"/>
        </p:nvSpPr>
        <p:spPr bwMode="auto">
          <a:xfrm>
            <a:off x="8270256" y="3895725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03A56-607B-4490-BE1F-86412530286F}"/>
              </a:ext>
            </a:extLst>
          </p:cNvPr>
          <p:cNvSpPr/>
          <p:nvPr userDrawn="1"/>
        </p:nvSpPr>
        <p:spPr bwMode="auto">
          <a:xfrm>
            <a:off x="8132762" y="3895725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E7C2246-8982-4ECB-88AC-EB1C473C2B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72158" y="4037914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709DFA2F-B194-435C-9191-8090148D15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4944" y="4126200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66A57C42-7CBF-4742-80C3-46C15991F8E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4945" y="4824848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E6D12-E7E5-4852-90CA-46E41D32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63652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702" userDrawn="1">
          <p15:clr>
            <a:srgbClr val="5ACBF0"/>
          </p15:clr>
        </p15:guide>
        <p15:guide id="5" orient="horz" pos="288" userDrawn="1">
          <p15:clr>
            <a:srgbClr val="5ACBF0"/>
          </p15:clr>
        </p15:guide>
        <p15:guide id="6" pos="2557" userDrawn="1">
          <p15:clr>
            <a:srgbClr val="5ACBF0"/>
          </p15:clr>
        </p15:guide>
        <p15:guide id="7" pos="2745" userDrawn="1">
          <p15:clr>
            <a:srgbClr val="5ACBF0"/>
          </p15:clr>
        </p15:guide>
        <p15:guide id="8" pos="4937" userDrawn="1">
          <p15:clr>
            <a:srgbClr val="5ACBF0"/>
          </p15:clr>
        </p15:guide>
        <p15:guide id="9" pos="5124" userDrawn="1">
          <p15:clr>
            <a:srgbClr val="5ACBF0"/>
          </p15:clr>
        </p15:guide>
        <p15:guide id="10" orient="horz" pos="1071" userDrawn="1">
          <p15:clr>
            <a:srgbClr val="5ACBF0"/>
          </p15:clr>
        </p15:guide>
        <p15:guide id="11" orient="horz" pos="2455" userDrawn="1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883269-C75C-4B87-8CD9-BE4E94E2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923CE-7CB3-4CF0-AAA2-722B1683A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2017713"/>
            <a:ext cx="3494089" cy="42513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lvl="0"/>
            <a:r>
              <a:rPr lang="en-US" dirty="0"/>
              <a:t>Add a caption</a:t>
            </a:r>
          </a:p>
        </p:txBody>
      </p:sp>
      <p:sp>
        <p:nvSpPr>
          <p:cNvPr id="3" name="Picture Placeholder 2" descr="This screen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82612" y="1436688"/>
            <a:ext cx="7253289" cy="483235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tIns="720000" bIns="1005840" anchor="t" anchorCtr="0">
            <a:noAutofit/>
          </a:bodyPr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Drag &amp; drop a</a:t>
            </a:r>
            <a:br>
              <a:rPr lang="en-US" dirty="0"/>
            </a:br>
            <a:r>
              <a:rPr lang="en-US" dirty="0"/>
              <a:t>screenshot here</a:t>
            </a:r>
            <a:br>
              <a:rPr lang="en-US" dirty="0"/>
            </a:br>
            <a:r>
              <a:rPr lang="en-US" dirty="0"/>
              <a:t>or click or tap icon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3633176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0" pos="4938" userDrawn="1">
          <p15:clr>
            <a:srgbClr val="5ACBF0"/>
          </p15:clr>
        </p15:guide>
        <p15:guide id="21" pos="5113" userDrawn="1">
          <p15:clr>
            <a:srgbClr val="5ACBF0"/>
          </p15:clr>
        </p15:guide>
        <p15:guide id="28" orient="horz" pos="905" userDrawn="1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5" y="2131032"/>
            <a:ext cx="6961188" cy="3980641"/>
          </a:xfrm>
        </p:spPr>
        <p:txBody>
          <a:bodyPr>
            <a:normAutofit/>
          </a:bodyPr>
          <a:lstStyle>
            <a:lvl1pPr marL="320056" indent="-320056">
              <a:spcAft>
                <a:spcPts val="1200"/>
              </a:spcAft>
              <a:buFont typeface="+mj-lt"/>
              <a:buAutoNum type="arabicPeriod"/>
              <a:defRPr sz="2000"/>
            </a:lvl1pPr>
            <a:lvl2pPr marL="228611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4" y="1842902"/>
            <a:ext cx="3477325" cy="0"/>
          </a:xfrm>
          <a:prstGeom prst="line">
            <a:avLst/>
          </a:prstGeom>
          <a:ln w="63500">
            <a:solidFill>
              <a:schemeClr val="accent1">
                <a:lumMod val="20000"/>
                <a:lumOff val="8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1" y="1842902"/>
            <a:ext cx="6961188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9350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2" pos="2561" userDrawn="1">
          <p15:clr>
            <a:srgbClr val="5ACBF0"/>
          </p15:clr>
        </p15:guide>
        <p15:guide id="29" orient="horz" pos="1271" userDrawn="1">
          <p15:clr>
            <a:srgbClr val="5ACBF0"/>
          </p15:clr>
        </p15:guide>
        <p15:guide id="33" pos="2928" userDrawn="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5" y="3211972"/>
            <a:ext cx="3182027" cy="430887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292103"/>
            <a:ext cx="6667500" cy="597693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264940"/>
            <a:ext cx="0" cy="2059178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0255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0" pos="2377" userDrawn="1">
          <p15:clr>
            <a:srgbClr val="5ACBF0"/>
          </p15:clr>
        </p15:guide>
        <p15:guide id="31" pos="3114" userDrawn="1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5805"/>
            <a:ext cx="60374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8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756302"/>
            <a:ext cx="60374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6F4CBF-3771-416F-BD4B-AF9C13A617ED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2978" y="3207401"/>
            <a:ext cx="2702419" cy="59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02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 userDrawn="1">
          <p15:clr>
            <a:srgbClr val="5ACBF0"/>
          </p15:clr>
        </p15:guide>
        <p15:guide id="4" orient="horz" pos="2364" userDrawn="1">
          <p15:clr>
            <a:srgbClr val="5ACBF0"/>
          </p15:clr>
        </p15:guide>
        <p15:guide id="5" pos="3840" userDrawn="1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5705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 userDrawn="1">
          <p15:clr>
            <a:srgbClr val="A4A3A4"/>
          </p15:clr>
        </p15:guide>
        <p15:guide id="7" pos="963" userDrawn="1">
          <p15:clr>
            <a:srgbClr val="A4A3A4"/>
          </p15:clr>
        </p15:guide>
        <p15:guide id="8" pos="1373" userDrawn="1">
          <p15:clr>
            <a:srgbClr val="A4A3A4"/>
          </p15:clr>
        </p15:guide>
        <p15:guide id="9" pos="1556" userDrawn="1">
          <p15:clr>
            <a:srgbClr val="A4A3A4"/>
          </p15:clr>
        </p15:guide>
        <p15:guide id="10" pos="1967" userDrawn="1">
          <p15:clr>
            <a:srgbClr val="A4A3A4"/>
          </p15:clr>
        </p15:guide>
        <p15:guide id="11" pos="2150" userDrawn="1">
          <p15:clr>
            <a:srgbClr val="A4A3A4"/>
          </p15:clr>
        </p15:guide>
        <p15:guide id="12" pos="2561" userDrawn="1">
          <p15:clr>
            <a:srgbClr val="A4A3A4"/>
          </p15:clr>
        </p15:guide>
        <p15:guide id="13" pos="2745" userDrawn="1">
          <p15:clr>
            <a:srgbClr val="A4A3A4"/>
          </p15:clr>
        </p15:guide>
        <p15:guide id="14" pos="3156" userDrawn="1">
          <p15:clr>
            <a:srgbClr val="A4A3A4"/>
          </p15:clr>
        </p15:guide>
        <p15:guide id="15" pos="3338" userDrawn="1">
          <p15:clr>
            <a:srgbClr val="A4A3A4"/>
          </p15:clr>
        </p15:guide>
        <p15:guide id="16" pos="3749" userDrawn="1">
          <p15:clr>
            <a:srgbClr val="A4A3A4"/>
          </p15:clr>
        </p15:guide>
        <p15:guide id="17" pos="3932" userDrawn="1">
          <p15:clr>
            <a:srgbClr val="A4A3A4"/>
          </p15:clr>
        </p15:guide>
        <p15:guide id="18" pos="4343" userDrawn="1">
          <p15:clr>
            <a:srgbClr val="A4A3A4"/>
          </p15:clr>
        </p15:guide>
        <p15:guide id="19" pos="4525" userDrawn="1">
          <p15:clr>
            <a:srgbClr val="A4A3A4"/>
          </p15:clr>
        </p15:guide>
        <p15:guide id="20" pos="4938" userDrawn="1">
          <p15:clr>
            <a:srgbClr val="A4A3A4"/>
          </p15:clr>
        </p15:guide>
        <p15:guide id="21" pos="5120" userDrawn="1">
          <p15:clr>
            <a:srgbClr val="A4A3A4"/>
          </p15:clr>
        </p15:guide>
        <p15:guide id="22" pos="5530" userDrawn="1">
          <p15:clr>
            <a:srgbClr val="A4A3A4"/>
          </p15:clr>
        </p15:guide>
        <p15:guide id="23" pos="5715" userDrawn="1">
          <p15:clr>
            <a:srgbClr val="A4A3A4"/>
          </p15:clr>
        </p15:guide>
        <p15:guide id="24" pos="6123" userDrawn="1">
          <p15:clr>
            <a:srgbClr val="A4A3A4"/>
          </p15:clr>
        </p15:guide>
        <p15:guide id="25" pos="6308" userDrawn="1">
          <p15:clr>
            <a:srgbClr val="A4A3A4"/>
          </p15:clr>
        </p15:guide>
        <p15:guide id="26" pos="6717" userDrawn="1">
          <p15:clr>
            <a:srgbClr val="A4A3A4"/>
          </p15:clr>
        </p15:guide>
        <p15:guide id="27" pos="6900" userDrawn="1">
          <p15:clr>
            <a:srgbClr val="A4A3A4"/>
          </p15:clr>
        </p15:guide>
        <p15:guide id="28" orient="horz" pos="905" userDrawn="1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4" y="1436688"/>
            <a:ext cx="11018521" cy="482952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71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37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604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1050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30587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 userDrawn="1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CE27-18A9-4B58-967D-F414D11B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682BFC-72AD-43B8-82AA-B9CAA5B85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4" y="1436692"/>
            <a:ext cx="11020426" cy="4829175"/>
          </a:xfrm>
        </p:spPr>
        <p:txBody>
          <a:bodyPr/>
          <a:lstStyle>
            <a:lvl1pPr marL="0" indent="0">
              <a:buNone/>
              <a:defRPr sz="1100"/>
            </a:lvl1pPr>
            <a:lvl2pPr marL="228611" indent="0">
              <a:buNone/>
              <a:defRPr sz="1100"/>
            </a:lvl2pPr>
            <a:lvl3pPr marL="457223" indent="0">
              <a:buNone/>
              <a:defRPr sz="1100"/>
            </a:lvl3pPr>
            <a:lvl4pPr marL="662021" indent="0">
              <a:buNone/>
              <a:defRPr sz="1100"/>
            </a:lvl4pPr>
            <a:lvl5pPr marL="855706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427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 userDrawn="1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5CD1CF4-BF52-4A9A-864B-B7138A0D8208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4202" y="585791"/>
            <a:ext cx="1339351" cy="2926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B3EC8B-A541-4803-BD06-4CF36BCBC7AC}"/>
              </a:ext>
            </a:extLst>
          </p:cNvPr>
          <p:cNvSpPr txBox="1"/>
          <p:nvPr userDrawn="1"/>
        </p:nvSpPr>
        <p:spPr>
          <a:xfrm>
            <a:off x="196320" y="6553366"/>
            <a:ext cx="114455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6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069136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4" y="591794"/>
            <a:ext cx="11018521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1" cy="48307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51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51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196320" y="6553366"/>
            <a:ext cx="114455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44516" y="6543252"/>
            <a:ext cx="26930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4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 dirty="0">
                <a:solidFill>
                  <a:schemeClr val="bg1"/>
                </a:solidFill>
                <a:cs typeface="Arial" panose="020B0604020202020204" pitchFamily="34" charset="0"/>
              </a:rPr>
              <a:t>|</a:t>
            </a:r>
          </a:p>
        </p:txBody>
      </p:sp>
      <p:sp>
        <p:nvSpPr>
          <p:cNvPr id="50" name="Rectangle 49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31FF5E37-9042-4844-B9BE-993B8146017C}"/>
              </a:ext>
            </a:extLst>
          </p:cNvPr>
          <p:cNvSpPr/>
          <p:nvPr userDrawn="1"/>
        </p:nvSpPr>
        <p:spPr bwMode="auto">
          <a:xfrm>
            <a:off x="603380" y="6567866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7D7AC4D-9491-4E01-B00E-358B03A637B8}"/>
              </a:ext>
            </a:extLst>
          </p:cNvPr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11410467" y="6561727"/>
            <a:ext cx="645078" cy="153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933A70-94AC-9AB9-87C4-F5766CAAC07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1" y="63502"/>
            <a:ext cx="995364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[Copyright &lt;Year&gt;]</a:t>
            </a:r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20" r:id="rId1"/>
    <p:sldLayoutId id="2147484833" r:id="rId2"/>
    <p:sldLayoutId id="2147484710" r:id="rId3"/>
    <p:sldLayoutId id="2147484240" r:id="rId4"/>
    <p:sldLayoutId id="2147484736" r:id="rId5"/>
    <p:sldLayoutId id="2147484474" r:id="rId6"/>
    <p:sldLayoutId id="2147484639" r:id="rId7"/>
    <p:sldLayoutId id="2147484603" r:id="rId8"/>
    <p:sldLayoutId id="2147484919" r:id="rId9"/>
    <p:sldLayoutId id="2147484751" r:id="rId10"/>
    <p:sldLayoutId id="2147484914" r:id="rId11"/>
    <p:sldLayoutId id="2147484835" r:id="rId12"/>
    <p:sldLayoutId id="2147484836" r:id="rId13"/>
    <p:sldLayoutId id="2147484837" r:id="rId14"/>
    <p:sldLayoutId id="2147484838" r:id="rId15"/>
    <p:sldLayoutId id="2147484923" r:id="rId16"/>
    <p:sldLayoutId id="2147484925" r:id="rId17"/>
    <p:sldLayoutId id="2147484839" r:id="rId18"/>
    <p:sldLayoutId id="2147484922" r:id="rId19"/>
    <p:sldLayoutId id="2147484783" r:id="rId20"/>
    <p:sldLayoutId id="2147484784" r:id="rId21"/>
    <p:sldLayoutId id="2147484787" r:id="rId22"/>
    <p:sldLayoutId id="2147484249" r:id="rId23"/>
    <p:sldLayoutId id="2147484671" r:id="rId24"/>
    <p:sldLayoutId id="2147484585" r:id="rId25"/>
    <p:sldLayoutId id="2147484924" r:id="rId26"/>
    <p:sldLayoutId id="2147484299" r:id="rId27"/>
  </p:sldLayoutIdLst>
  <p:transition>
    <p:fade/>
  </p:transition>
  <p:hf hdr="0" dt="0"/>
  <p:txStyles>
    <p:titleStyle>
      <a:lvl1pPr algn="l" defTabSz="932789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11" marR="0" indent="-228611" algn="l" defTabSz="932789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23" marR="0" indent="-228611" algn="l" defTabSz="932789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58" marR="0" indent="-200035" algn="l" defTabSz="932789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3005" marR="0" indent="-180984" algn="l" defTabSz="932789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89" marR="0" indent="-168284" algn="l" defTabSz="932789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168" indent="-233198" algn="l" defTabSz="93278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564" indent="-233198" algn="l" defTabSz="93278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958" indent="-233198" algn="l" defTabSz="93278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354" indent="-233198" algn="l" defTabSz="93278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95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89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83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577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973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366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761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1156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 userDrawn="1">
          <p15:clr>
            <a:srgbClr val="C35EA4"/>
          </p15:clr>
        </p15:guide>
        <p15:guide id="17" pos="7313" userDrawn="1">
          <p15:clr>
            <a:srgbClr val="C35EA4"/>
          </p15:clr>
        </p15:guide>
        <p15:guide id="25" orient="horz" pos="369" userDrawn="1">
          <p15:clr>
            <a:srgbClr val="C35EA4"/>
          </p15:clr>
        </p15:guide>
        <p15:guide id="26" orient="horz" pos="3949" userDrawn="1">
          <p15:clr>
            <a:srgbClr val="C35EA4"/>
          </p15:clr>
        </p15:guide>
        <p15:guide id="27" orient="horz" pos="184" userDrawn="1">
          <p15:clr>
            <a:srgbClr val="A4A3A4"/>
          </p15:clr>
        </p15:guide>
        <p15:guide id="28" pos="186" userDrawn="1">
          <p15:clr>
            <a:srgbClr val="A4A3A4"/>
          </p15:clr>
        </p15:guide>
        <p15:guide id="29" orient="horz" pos="4135" userDrawn="1">
          <p15:clr>
            <a:srgbClr val="A4A3A4"/>
          </p15:clr>
        </p15:guide>
        <p15:guide id="30" pos="7495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emf"/><Relationship Id="rId8" Type="http://schemas.openxmlformats.org/officeDocument/2006/relationships/image" Target="../media/image6.emf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E9E712C-8D01-093E-F260-B456F83385A5}"/>
              </a:ext>
            </a:extLst>
          </p:cNvPr>
          <p:cNvSpPr txBox="1">
            <a:spLocks/>
          </p:cNvSpPr>
          <p:nvPr/>
        </p:nvSpPr>
        <p:spPr>
          <a:xfrm>
            <a:off x="179805" y="1777776"/>
            <a:ext cx="3628478" cy="4600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sz="1000" b="1"/>
              <a:t>背景：</a:t>
            </a:r>
          </a:p>
          <a:p>
            <a:r>
              <a:rPr sz="1000" b="0"/>
              <a:t>仙八色鸫是国家二级保护动物、IUCN 易危物种，野外监测需长时间蹲守。</a:t>
            </a:r>
          </a:p>
          <a:p>
            <a:r>
              <a:rPr sz="1000" b="0"/>
              <a:t>本系统在 PYNQ-Z2 上实现'鸣声检测-视觉确认-自动录像'全自动闭环。</a:t>
            </a:r>
          </a:p>
          <a:p>
            <a:r>
              <a:rPr sz="1000" b="0"/>
              <a:t/>
            </a:r>
          </a:p>
          <a:p>
            <a:r>
              <a:rPr sz="1000" b="1"/>
              <a:t>技术方案：</a:t>
            </a:r>
          </a:p>
          <a:p>
            <a:r>
              <a:rPr sz="1000" b="0"/>
              <a:t>1. PL 侧 I2S+AXI DMA 采集 INMP441 麦克风，32kHz 实时流不占 CPU</a:t>
            </a:r>
          </a:p>
          <a:p>
            <a:r>
              <a:rPr sz="1000" b="0"/>
              <a:t>2. PS 侧 3 层 CNN 鸟鸣检测，阈值 0.985 触发视觉端</a:t>
            </a:r>
          </a:p>
          <a:p>
            <a:r>
              <a:rPr sz="1000" b="0"/>
              <a:t>3. USB 摄像头 + YOLOv8n(NCNN) 确认目标，自动抓拍录像</a:t>
            </a:r>
          </a:p>
          <a:p>
            <a:r>
              <a:rPr sz="1000" b="0"/>
              <a:t>4. Vitis HLS 定点 GEMM 核验证 conv1 硬件加速（纯核 4.64x）</a:t>
            </a:r>
          </a:p>
          <a:p>
            <a:r>
              <a:rPr sz="1000" b="0"/>
              <a:t>5. 目标存在性录像：misses=3 后结束，存储效率提升 5-10 倍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C995DB8-75D8-49DC-0386-88FDA7519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397" y="1083754"/>
            <a:ext cx="2795337" cy="414731"/>
          </a:xfrm>
          <a:solidFill>
            <a:srgbClr val="2F2F2F"/>
          </a:solidFill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en-US" sz="1600" b="1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项目简介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5E59B8-9F4D-053C-0F8B-5ED9412D6AB0}"/>
              </a:ext>
            </a:extLst>
          </p:cNvPr>
          <p:cNvSpPr txBox="1"/>
          <p:nvPr/>
        </p:nvSpPr>
        <p:spPr>
          <a:xfrm>
            <a:off x="214707" y="395735"/>
            <a:ext cx="49692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仙八色鸫鸣声与图像协同监测系统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仙八色鸫鸣声与图像协同监测系统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24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4287D67-CCD3-19BE-8AF4-A871E54A8F95}"/>
              </a:ext>
            </a:extLst>
          </p:cNvPr>
          <p:cNvSpPr txBox="1"/>
          <p:nvPr/>
        </p:nvSpPr>
        <p:spPr>
          <a:xfrm>
            <a:off x="7733160" y="2090674"/>
            <a:ext cx="411468" cy="3188991"/>
          </a:xfrm>
          <a:prstGeom prst="rect">
            <a:avLst/>
          </a:prstGeom>
          <a:solidFill>
            <a:srgbClr val="2F2F2F"/>
          </a:solidFill>
        </p:spPr>
        <p:txBody>
          <a:bodyPr vert="wordArt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11" name="文本框 4">
            <a:extLst>
              <a:ext uri="{FF2B5EF4-FFF2-40B4-BE49-F238E27FC236}">
                <a16:creationId xmlns:a16="http://schemas.microsoft.com/office/drawing/2014/main" id="{5904B75F-4BA2-630F-7BBB-DFE21DB6713C}"/>
              </a:ext>
            </a:extLst>
          </p:cNvPr>
          <p:cNvSpPr txBox="1"/>
          <p:nvPr/>
        </p:nvSpPr>
        <p:spPr>
          <a:xfrm>
            <a:off x="974840" y="3302281"/>
            <a:ext cx="1882140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Typical application case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6959FA9-7E35-379E-77F4-1F6BBF5DF8D9}"/>
              </a:ext>
            </a:extLst>
          </p:cNvPr>
          <p:cNvCxnSpPr>
            <a:cxnSpLocks/>
          </p:cNvCxnSpPr>
          <p:nvPr/>
        </p:nvCxnSpPr>
        <p:spPr>
          <a:xfrm>
            <a:off x="5986823" y="174738"/>
            <a:ext cx="2322305" cy="174328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3CCBA0-FAB3-2B8C-FF7C-6D01676E605B}"/>
              </a:ext>
            </a:extLst>
          </p:cNvPr>
          <p:cNvCxnSpPr>
            <a:cxnSpLocks/>
          </p:cNvCxnSpPr>
          <p:nvPr/>
        </p:nvCxnSpPr>
        <p:spPr>
          <a:xfrm flipV="1">
            <a:off x="8309128" y="1906544"/>
            <a:ext cx="3703067" cy="1074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E00891-515C-956C-17FC-86789D545647}"/>
              </a:ext>
            </a:extLst>
          </p:cNvPr>
          <p:cNvCxnSpPr>
            <a:cxnSpLocks/>
          </p:cNvCxnSpPr>
          <p:nvPr/>
        </p:nvCxnSpPr>
        <p:spPr>
          <a:xfrm>
            <a:off x="8309128" y="1918018"/>
            <a:ext cx="0" cy="472942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1A8BB8A-757B-80CF-815C-9D38C446C382}"/>
              </a:ext>
            </a:extLst>
          </p:cNvPr>
          <p:cNvSpPr txBox="1"/>
          <p:nvPr/>
        </p:nvSpPr>
        <p:spPr>
          <a:xfrm>
            <a:off x="7811791" y="393657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E20DEE-473C-F0A0-702A-0AA174A7D64D}"/>
              </a:ext>
            </a:extLst>
          </p:cNvPr>
          <p:cNvSpPr txBox="1"/>
          <p:nvPr/>
        </p:nvSpPr>
        <p:spPr>
          <a:xfrm>
            <a:off x="7811791" y="413140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EFB17D-6681-9646-6AEB-AA8BC90223D4}"/>
              </a:ext>
            </a:extLst>
          </p:cNvPr>
          <p:cNvSpPr txBox="1"/>
          <p:nvPr/>
        </p:nvSpPr>
        <p:spPr>
          <a:xfrm>
            <a:off x="7811791" y="4333639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B5677F-74CC-855B-F5BA-35FD8189A5E7}"/>
              </a:ext>
            </a:extLst>
          </p:cNvPr>
          <p:cNvSpPr txBox="1"/>
          <p:nvPr/>
        </p:nvSpPr>
        <p:spPr>
          <a:xfrm>
            <a:off x="7811791" y="4528458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9E8C42-C5C5-45B5-77EE-81DC6B96AD47}"/>
              </a:ext>
            </a:extLst>
          </p:cNvPr>
          <p:cNvSpPr txBox="1"/>
          <p:nvPr/>
        </p:nvSpPr>
        <p:spPr>
          <a:xfrm>
            <a:off x="7811791" y="4714497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5931B6-43C9-EB12-E37A-11550192C790}"/>
              </a:ext>
            </a:extLst>
          </p:cNvPr>
          <p:cNvSpPr txBox="1"/>
          <p:nvPr/>
        </p:nvSpPr>
        <p:spPr>
          <a:xfrm>
            <a:off x="7811791" y="491033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9E6047-C2CF-4021-B327-3FBE9E7237E2}"/>
              </a:ext>
            </a:extLst>
          </p:cNvPr>
          <p:cNvSpPr txBox="1"/>
          <p:nvPr/>
        </p:nvSpPr>
        <p:spPr>
          <a:xfrm>
            <a:off x="7796923" y="2081612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0AE34A-7A36-83DC-8ED6-25A3D5CD40C7}"/>
              </a:ext>
            </a:extLst>
          </p:cNvPr>
          <p:cNvSpPr txBox="1"/>
          <p:nvPr/>
        </p:nvSpPr>
        <p:spPr>
          <a:xfrm>
            <a:off x="7811791" y="227643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5C4FA3-129B-F950-2BCA-DCE18597BC89}"/>
              </a:ext>
            </a:extLst>
          </p:cNvPr>
          <p:cNvSpPr txBox="1"/>
          <p:nvPr/>
        </p:nvSpPr>
        <p:spPr>
          <a:xfrm>
            <a:off x="7811791" y="2478675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5DE821-D947-FE25-E23C-03CDF7C04F18}"/>
              </a:ext>
            </a:extLst>
          </p:cNvPr>
          <p:cNvSpPr txBox="1"/>
          <p:nvPr/>
        </p:nvSpPr>
        <p:spPr>
          <a:xfrm>
            <a:off x="7811791" y="267349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966AF8-61F6-A290-A297-72FBA829E9F9}"/>
              </a:ext>
            </a:extLst>
          </p:cNvPr>
          <p:cNvSpPr txBox="1"/>
          <p:nvPr/>
        </p:nvSpPr>
        <p:spPr>
          <a:xfrm>
            <a:off x="7811791" y="285953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DDAD4C-6371-60F0-D31B-49E106648ED6}"/>
              </a:ext>
            </a:extLst>
          </p:cNvPr>
          <p:cNvSpPr txBox="1"/>
          <p:nvPr/>
        </p:nvSpPr>
        <p:spPr>
          <a:xfrm>
            <a:off x="7811791" y="3055369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559CAE-AB28-7853-E93A-F04FB1CC8255}"/>
              </a:ext>
            </a:extLst>
          </p:cNvPr>
          <p:cNvSpPr txBox="1"/>
          <p:nvPr/>
        </p:nvSpPr>
        <p:spPr>
          <a:xfrm>
            <a:off x="7811791" y="323985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V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65AD82-5B0D-F511-CED0-2F391E146EBF}"/>
              </a:ext>
            </a:extLst>
          </p:cNvPr>
          <p:cNvSpPr txBox="1"/>
          <p:nvPr/>
        </p:nvSpPr>
        <p:spPr>
          <a:xfrm>
            <a:off x="7811791" y="344075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861224-2DEF-8496-CEB1-1EEE08DC3753}"/>
              </a:ext>
            </a:extLst>
          </p:cNvPr>
          <p:cNvSpPr txBox="1"/>
          <p:nvPr/>
        </p:nvSpPr>
        <p:spPr>
          <a:xfrm>
            <a:off x="6499018" y="236828"/>
            <a:ext cx="242319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队员：XXX, XXX, XXX</a:t>
            </a:r>
            <a:endParaRPr kumimoji="0" lang="en-US" altLang="zh-CN" sz="12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0" name="文本框 4">
            <a:extLst>
              <a:ext uri="{FF2B5EF4-FFF2-40B4-BE49-F238E27FC236}">
                <a16:creationId xmlns:a16="http://schemas.microsoft.com/office/drawing/2014/main" id="{3AD9C1E2-56A2-91FD-2214-C3508F5F5345}"/>
              </a:ext>
            </a:extLst>
          </p:cNvPr>
          <p:cNvSpPr txBox="1"/>
          <p:nvPr/>
        </p:nvSpPr>
        <p:spPr>
          <a:xfrm>
            <a:off x="10035854" y="1607120"/>
            <a:ext cx="2238705" cy="2208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板端实测：AMD PYNQ-Z2 (XC7Z020)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2BC273-1ABD-8CAB-E5D8-4D352647280A}"/>
              </a:ext>
            </a:extLst>
          </p:cNvPr>
          <p:cNvSpPr txBox="1"/>
          <p:nvPr/>
        </p:nvSpPr>
        <p:spPr>
          <a:xfrm>
            <a:off x="6931915" y="438594"/>
            <a:ext cx="380047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400" b="1"/>
              <a:t>武汉大学</a:t>
            </a:r>
          </a:p>
          <a:p>
            <a:r>
              <a:rPr sz="1200"/>
              <a:t>电子信息学院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AE3CBA43-B054-3929-F3E6-E92043E5955C}"/>
              </a:ext>
            </a:extLst>
          </p:cNvPr>
          <p:cNvSpPr txBox="1"/>
          <p:nvPr/>
        </p:nvSpPr>
        <p:spPr>
          <a:xfrm>
            <a:off x="8507018" y="2052136"/>
            <a:ext cx="377933" cy="1678530"/>
          </a:xfrm>
          <a:prstGeom prst="rect">
            <a:avLst/>
          </a:prstGeom>
          <a:solidFill>
            <a:srgbClr val="2F2F2F"/>
          </a:solidFill>
        </p:spPr>
        <p:txBody>
          <a:bodyPr vert="wordArt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6DB4547-F8A8-AC99-BDDA-3BD88EEEFCBA}"/>
              </a:ext>
            </a:extLst>
          </p:cNvPr>
          <p:cNvSpPr txBox="1"/>
          <p:nvPr/>
        </p:nvSpPr>
        <p:spPr>
          <a:xfrm>
            <a:off x="8555488" y="220050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818903-E8A5-070B-B626-2835FFF26BE2}"/>
              </a:ext>
            </a:extLst>
          </p:cNvPr>
          <p:cNvSpPr txBox="1"/>
          <p:nvPr/>
        </p:nvSpPr>
        <p:spPr>
          <a:xfrm>
            <a:off x="8555488" y="238957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2061FB-4930-B9C6-D201-30FE131249F9}"/>
              </a:ext>
            </a:extLst>
          </p:cNvPr>
          <p:cNvSpPr txBox="1"/>
          <p:nvPr/>
        </p:nvSpPr>
        <p:spPr>
          <a:xfrm>
            <a:off x="8555488" y="259241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C644A4-F195-B057-8FDB-67F8C1451B3B}"/>
              </a:ext>
            </a:extLst>
          </p:cNvPr>
          <p:cNvSpPr txBox="1"/>
          <p:nvPr/>
        </p:nvSpPr>
        <p:spPr>
          <a:xfrm>
            <a:off x="8555488" y="281074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U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01D43C-2CF0-2C54-2E0B-69ABAC43B76A}"/>
              </a:ext>
            </a:extLst>
          </p:cNvPr>
          <p:cNvSpPr txBox="1"/>
          <p:nvPr/>
        </p:nvSpPr>
        <p:spPr>
          <a:xfrm>
            <a:off x="8555488" y="3017161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0892E4-2FC6-FFFD-DF5B-D316B8D651FB}"/>
              </a:ext>
            </a:extLst>
          </p:cNvPr>
          <p:cNvSpPr txBox="1"/>
          <p:nvPr/>
        </p:nvSpPr>
        <p:spPr>
          <a:xfrm>
            <a:off x="8555488" y="321837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</a:t>
            </a:r>
          </a:p>
        </p:txBody>
      </p:sp>
      <p:pic>
        <p:nvPicPr>
          <p:cNvPr id="39" name="Picture 3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26B71EE-FA39-6F56-7769-2C9328852E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872" y="996093"/>
            <a:ext cx="1764303" cy="992420"/>
          </a:xfrm>
          <a:prstGeom prst="rect">
            <a:avLst/>
          </a:prstGeom>
        </p:spPr>
      </p:pic>
      <p:sp>
        <p:nvSpPr>
          <p:cNvPr id="41" name="文本框 3">
            <a:extLst>
              <a:ext uri="{FF2B5EF4-FFF2-40B4-BE49-F238E27FC236}">
                <a16:creationId xmlns:a16="http://schemas.microsoft.com/office/drawing/2014/main" id="{7208B36C-4D3C-053B-772C-E9455269F56C}"/>
              </a:ext>
            </a:extLst>
          </p:cNvPr>
          <p:cNvSpPr txBox="1"/>
          <p:nvPr/>
        </p:nvSpPr>
        <p:spPr>
          <a:xfrm>
            <a:off x="8597595" y="3930816"/>
            <a:ext cx="3557270" cy="21424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/>
              <a:t>实测性能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等线" panose="02010600030101010101" pitchFamily="2" charset="-122"/>
              <a:cs typeface="Calibri" panose="020F0502020204030204" charset="0"/>
            </a:endParaRPr>
          </a:p>
          <a:p>
            <a:r>
              <a:rPr sz="1000" b="0"/>
              <a:t>• 音频事件级召回 97.4%（155 事件）</a:t>
            </a:r>
          </a:p>
          <a:p>
            <a:r>
              <a:rPr sz="1000" b="0"/>
              <a:t>• 图像独立测试召回 96.2%（266 图）</a:t>
            </a:r>
          </a:p>
          <a:p>
            <a:r>
              <a:rPr sz="1000" b="0"/>
              <a:t>• 音频窗口特异性 100%（2063 负样本）</a:t>
            </a:r>
          </a:p>
          <a:p>
            <a:r>
              <a:rPr sz="1000" b="0"/>
              <a:t>• 端到端触发延迟约 10.5s</a:t>
            </a:r>
          </a:p>
          <a:p>
            <a:r>
              <a:rPr sz="1000" b="0"/>
              <a:t>• GEMM 纯核加速 4.64x（端到端 0.59x）</a:t>
            </a:r>
          </a:p>
          <a:p>
            <a:r>
              <a:rPr sz="1000" b="0"/>
              <a:t>• 音频 overlay LUT 仅占 3.15%</a:t>
            </a:r>
          </a:p>
          <a:p>
            <a:r>
              <a:rPr sz="1000" b="0"/>
              <a:t>• 录像 37.4s / 187 帧 H.264</a:t>
            </a:r>
          </a:p>
        </p:txBody>
      </p:sp>
      <p:pic>
        <p:nvPicPr>
          <p:cNvPr id="42" name="图片 7" descr="introduce1">
            <a:extLst>
              <a:ext uri="{FF2B5EF4-FFF2-40B4-BE49-F238E27FC236}">
                <a16:creationId xmlns:a16="http://schemas.microsoft.com/office/drawing/2014/main" id="{C1167E02-F1C3-5EB7-B633-9698F7A7D7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290" y="2451206"/>
            <a:ext cx="3317240" cy="761365"/>
          </a:xfrm>
          <a:prstGeom prst="rect">
            <a:avLst/>
          </a:prstGeom>
        </p:spPr>
      </p:pic>
      <p:sp>
        <p:nvSpPr>
          <p:cNvPr id="43" name="文本框 4">
            <a:extLst>
              <a:ext uri="{FF2B5EF4-FFF2-40B4-BE49-F238E27FC236}">
                <a16:creationId xmlns:a16="http://schemas.microsoft.com/office/drawing/2014/main" id="{4A6543FB-76FB-98AB-DC33-FF3B281FDA7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383482" y="3544112"/>
            <a:ext cx="2695575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系统架构</a:t>
            </a:r>
          </a:p>
        </p:txBody>
      </p:sp>
      <p:pic>
        <p:nvPicPr>
          <p:cNvPr id="44" name="图片 2">
            <a:extLst>
              <a:ext uri="{FF2B5EF4-FFF2-40B4-BE49-F238E27FC236}">
                <a16:creationId xmlns:a16="http://schemas.microsoft.com/office/drawing/2014/main" id="{29477664-FB13-6C16-7313-E8CE8F2525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6092" y="1164767"/>
            <a:ext cx="3064081" cy="2194033"/>
          </a:xfrm>
          <a:prstGeom prst="rect">
            <a:avLst/>
          </a:prstGeom>
        </p:spPr>
      </p:pic>
      <p:sp>
        <p:nvSpPr>
          <p:cNvPr id="45" name="矩形: 圆角 10">
            <a:extLst>
              <a:ext uri="{FF2B5EF4-FFF2-40B4-BE49-F238E27FC236}">
                <a16:creationId xmlns:a16="http://schemas.microsoft.com/office/drawing/2014/main" id="{327836DC-3A96-DA15-2961-FB01BDF5D0E3}"/>
              </a:ext>
            </a:extLst>
          </p:cNvPr>
          <p:cNvSpPr/>
          <p:nvPr/>
        </p:nvSpPr>
        <p:spPr>
          <a:xfrm>
            <a:off x="4209513" y="5567296"/>
            <a:ext cx="3288217" cy="101202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/>
              <a:t>音频采集与检测模块</a:t>
            </a:r>
          </a:p>
          <a:p>
            <a:r>
              <a:rPr sz="1000" b="0"/>
              <a:t>• INMP441 I2S 数字 MEMS 麦克风</a:t>
            </a:r>
          </a:p>
          <a:p>
            <a:r>
              <a:rPr sz="1000" b="0"/>
              <a:t>• 2s 窗口 → STFT/Mel [64,201]</a:t>
            </a:r>
          </a:p>
          <a:p>
            <a:r>
              <a:rPr sz="1000" b="0"/>
              <a:t>• 3 层 CNN + Sigmoid 输出鸟鸣概率</a:t>
            </a:r>
          </a:p>
          <a:p>
            <a:r>
              <a:rPr sz="1000" b="0"/>
              <a:t>• score ≥ 0.985 写触发文件</a:t>
            </a:r>
          </a:p>
          <a:p>
            <a:r>
              <a:rPr sz="1000" b="0"/>
              <a:t>• 录像期间自动暂停让出 CPU</a:t>
            </a:r>
          </a:p>
        </p:txBody>
      </p:sp>
      <p:sp>
        <p:nvSpPr>
          <p:cNvPr id="46" name="矩形: 圆角 11">
            <a:extLst>
              <a:ext uri="{FF2B5EF4-FFF2-40B4-BE49-F238E27FC236}">
                <a16:creationId xmlns:a16="http://schemas.microsoft.com/office/drawing/2014/main" id="{61FD3942-1022-ECAF-EB47-79785283BAF6}"/>
              </a:ext>
            </a:extLst>
          </p:cNvPr>
          <p:cNvSpPr/>
          <p:nvPr/>
        </p:nvSpPr>
        <p:spPr>
          <a:xfrm>
            <a:off x="4223004" y="3859322"/>
            <a:ext cx="3274725" cy="15665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/>
              <a:t>实测性能</a:t>
            </a:r>
          </a:p>
          <a:p>
            <a:r>
              <a:rPr sz="1000" b="0"/>
              <a:t>• 音频事件级召回 97.4%（155 事件）</a:t>
            </a:r>
          </a:p>
          <a:p>
            <a:r>
              <a:rPr sz="1000" b="0"/>
              <a:t>• 图像独立测试召回 96.2%（266 图）</a:t>
            </a:r>
          </a:p>
          <a:p>
            <a:r>
              <a:rPr sz="1000" b="0"/>
              <a:t>• 音频窗口特异性 100%（2063 负样本）</a:t>
            </a:r>
          </a:p>
          <a:p>
            <a:r>
              <a:rPr sz="1000" b="0"/>
              <a:t>• 端到端触发延迟约 10.5s</a:t>
            </a:r>
          </a:p>
          <a:p>
            <a:r>
              <a:rPr sz="1000" b="0"/>
              <a:t>• GEMM 纯核加速 4.64x（端到端 0.59x）</a:t>
            </a:r>
          </a:p>
          <a:p>
            <a:r>
              <a:rPr sz="1000" b="0"/>
              <a:t>• 音频 overlay LUT 仅占 3.15%</a:t>
            </a:r>
          </a:p>
          <a:p>
            <a:r>
              <a:rPr sz="1000" b="0"/>
              <a:t>• 录像 37.4s / 187 帧 H.264</a:t>
            </a:r>
          </a:p>
        </p:txBody>
      </p:sp>
      <p:pic>
        <p:nvPicPr>
          <p:cNvPr id="47" name="图片 5">
            <a:extLst>
              <a:ext uri="{FF2B5EF4-FFF2-40B4-BE49-F238E27FC236}">
                <a16:creationId xmlns:a16="http://schemas.microsoft.com/office/drawing/2014/main" id="{D7C57C0F-3647-E9E2-087F-D1E8B37711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52369" y="37197"/>
            <a:ext cx="1604915" cy="1402913"/>
          </a:xfrm>
          <a:prstGeom prst="rect">
            <a:avLst/>
          </a:prstGeom>
        </p:spPr>
      </p:pic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7E1E88F6-BAF0-0A44-5F1D-0F6693085835}"/>
              </a:ext>
            </a:extLst>
          </p:cNvPr>
          <p:cNvSpPr txBox="1">
            <a:spLocks/>
          </p:cNvSpPr>
          <p:nvPr/>
        </p:nvSpPr>
        <p:spPr>
          <a:xfrm>
            <a:off x="1036793" y="1576933"/>
            <a:ext cx="2221767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Font: Calibri(Body) Size:11  Size:11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1993D883-5FD0-5FA9-2211-42E39F416E95}"/>
              </a:ext>
            </a:extLst>
          </p:cNvPr>
          <p:cNvSpPr txBox="1">
            <a:spLocks/>
          </p:cNvSpPr>
          <p:nvPr/>
        </p:nvSpPr>
        <p:spPr>
          <a:xfrm>
            <a:off x="7037169" y="-1643"/>
            <a:ext cx="3436277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Team Member Names Font: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Times New Roman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Size:12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897393DB-7396-E381-825C-5E441FE5FB47}"/>
              </a:ext>
            </a:extLst>
          </p:cNvPr>
          <p:cNvSpPr txBox="1">
            <a:spLocks/>
          </p:cNvSpPr>
          <p:nvPr/>
        </p:nvSpPr>
        <p:spPr>
          <a:xfrm>
            <a:off x="10360536" y="1393972"/>
            <a:ext cx="1313365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作品实物缩略图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CC1BE607-126E-7592-8B85-CB85B5A2433F}"/>
              </a:ext>
            </a:extLst>
          </p:cNvPr>
          <p:cNvSpPr txBox="1">
            <a:spLocks/>
          </p:cNvSpPr>
          <p:nvPr/>
        </p:nvSpPr>
        <p:spPr>
          <a:xfrm>
            <a:off x="10375403" y="1791718"/>
            <a:ext cx="1829165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作品测试平台信息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9146613C-4A56-CAA4-7C28-55FE52F8BF13}"/>
              </a:ext>
            </a:extLst>
          </p:cNvPr>
          <p:cNvSpPr txBox="1">
            <a:spLocks/>
          </p:cNvSpPr>
          <p:nvPr/>
        </p:nvSpPr>
        <p:spPr>
          <a:xfrm>
            <a:off x="9379171" y="796970"/>
            <a:ext cx="556124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校徽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85C6D8F8-15C3-DAC0-77D1-A24D8082D348}"/>
              </a:ext>
            </a:extLst>
          </p:cNvPr>
          <p:cNvSpPr txBox="1">
            <a:spLocks/>
          </p:cNvSpPr>
          <p:nvPr/>
        </p:nvSpPr>
        <p:spPr>
          <a:xfrm>
            <a:off x="7580960" y="905778"/>
            <a:ext cx="556124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校名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58960BED-4C88-4AA4-8F7B-F67A2FC46A15}"/>
              </a:ext>
            </a:extLst>
          </p:cNvPr>
          <p:cNvSpPr txBox="1">
            <a:spLocks/>
          </p:cNvSpPr>
          <p:nvPr/>
        </p:nvSpPr>
        <p:spPr>
          <a:xfrm>
            <a:off x="4649501" y="3331017"/>
            <a:ext cx="2132356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系统框图，关键创新点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BB66856B-A197-3A8D-B103-13A109F2B826}"/>
              </a:ext>
            </a:extLst>
          </p:cNvPr>
          <p:cNvSpPr txBox="1">
            <a:spLocks/>
          </p:cNvSpPr>
          <p:nvPr/>
        </p:nvSpPr>
        <p:spPr>
          <a:xfrm>
            <a:off x="8876696" y="6144674"/>
            <a:ext cx="1760824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测试结果，性能，展望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6B37ED8F-95C2-063E-D72D-A64EF03CBD94}"/>
              </a:ext>
            </a:extLst>
          </p:cNvPr>
          <p:cNvSpPr txBox="1">
            <a:spLocks/>
          </p:cNvSpPr>
          <p:nvPr/>
        </p:nvSpPr>
        <p:spPr>
          <a:xfrm>
            <a:off x="1546282" y="4876127"/>
            <a:ext cx="1758271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背景，关键信息摘要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8" name="Picture 57" descr="1.1-标准校徽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2973" y="163913"/>
            <a:ext cx="728636" cy="72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06974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E9E712C-8D01-093E-F260-B456F83385A5}"/>
              </a:ext>
            </a:extLst>
          </p:cNvPr>
          <p:cNvSpPr txBox="1">
            <a:spLocks/>
          </p:cNvSpPr>
          <p:nvPr/>
        </p:nvSpPr>
        <p:spPr>
          <a:xfrm>
            <a:off x="179805" y="1777776"/>
            <a:ext cx="3628478" cy="4600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sz="1000" b="1"/>
              <a:t>Background:</a:t>
            </a:r>
          </a:p>
          <a:p>
            <a:r>
              <a:rPr sz="1000" b="0"/>
              <a:t>Fairy Pitta (Pitta nympha) is a national protected species</a:t>
            </a:r>
          </a:p>
          <a:p>
            <a:r>
              <a:rPr sz="1000" b="0"/>
              <a:t>in China. Field monitoring requires long observation hours.</a:t>
            </a:r>
          </a:p>
          <a:p>
            <a:r>
              <a:rPr sz="1000" b="0"/>
              <a:t>This system achieves 'call detection-visual confirm-auto record'</a:t>
            </a:r>
          </a:p>
          <a:p>
            <a:r>
              <a:rPr sz="1000" b="0"/>
              <a:t>fully automated on a single PYNQ-Z2 board.</a:t>
            </a:r>
          </a:p>
          <a:p>
            <a:r>
              <a:rPr sz="1000" b="0"/>
              <a:t/>
            </a:r>
          </a:p>
          <a:p>
            <a:r>
              <a:rPr sz="1000" b="1"/>
              <a:t>Approach:</a:t>
            </a:r>
          </a:p>
          <a:p>
            <a:r>
              <a:rPr sz="1000" b="0"/>
              <a:t>1. PL I2S+AXI DMA: 32kHz mic stream, zero CPU overhead</a:t>
            </a:r>
          </a:p>
          <a:p>
            <a:r>
              <a:rPr sz="1000" b="0"/>
              <a:t>2. PS 3-layer CNN bird call detection, trigger at 0.985</a:t>
            </a:r>
          </a:p>
          <a:p>
            <a:r>
              <a:rPr sz="1000" b="0"/>
              <a:t>3. USB camera + YOLOv8n (NCNN) confirmation + recording</a:t>
            </a:r>
          </a:p>
          <a:p>
            <a:r>
              <a:rPr sz="1000" b="0"/>
              <a:t>4. Vitis HLS GEMM IP for conv1 (4.64x core speedup)</a:t>
            </a:r>
          </a:p>
          <a:p>
            <a:r>
              <a:rPr sz="1000" b="0"/>
              <a:t>5. Presence-based recording: 5-10x storage efficiency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C995DB8-75D8-49DC-0386-88FDA7519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397" y="1083754"/>
            <a:ext cx="2795337" cy="414731"/>
          </a:xfrm>
          <a:solidFill>
            <a:srgbClr val="2F2F2F"/>
          </a:solidFill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en-US" sz="1600" b="1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5E59B8-9F4D-053C-0F8B-5ED9412D6AB0}"/>
              </a:ext>
            </a:extLst>
          </p:cNvPr>
          <p:cNvSpPr txBox="1"/>
          <p:nvPr/>
        </p:nvSpPr>
        <p:spPr>
          <a:xfrm>
            <a:off x="214707" y="395735"/>
            <a:ext cx="49692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Acoustic-Visual Collaborative Monitoring for Fairy Pitta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Acoustic-Visual Collaborative Monitoring for Fairy Pitta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24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4287D67-CCD3-19BE-8AF4-A871E54A8F95}"/>
              </a:ext>
            </a:extLst>
          </p:cNvPr>
          <p:cNvSpPr txBox="1"/>
          <p:nvPr/>
        </p:nvSpPr>
        <p:spPr>
          <a:xfrm>
            <a:off x="7733160" y="2090674"/>
            <a:ext cx="411468" cy="3188991"/>
          </a:xfrm>
          <a:prstGeom prst="rect">
            <a:avLst/>
          </a:prstGeom>
          <a:solidFill>
            <a:srgbClr val="2F2F2F"/>
          </a:solidFill>
        </p:spPr>
        <p:txBody>
          <a:bodyPr vert="wordArt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11" name="文本框 4">
            <a:extLst>
              <a:ext uri="{FF2B5EF4-FFF2-40B4-BE49-F238E27FC236}">
                <a16:creationId xmlns:a16="http://schemas.microsoft.com/office/drawing/2014/main" id="{5904B75F-4BA2-630F-7BBB-DFE21DB6713C}"/>
              </a:ext>
            </a:extLst>
          </p:cNvPr>
          <p:cNvSpPr txBox="1"/>
          <p:nvPr/>
        </p:nvSpPr>
        <p:spPr>
          <a:xfrm>
            <a:off x="974840" y="3302281"/>
            <a:ext cx="1882140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Typical application case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6959FA9-7E35-379E-77F4-1F6BBF5DF8D9}"/>
              </a:ext>
            </a:extLst>
          </p:cNvPr>
          <p:cNvCxnSpPr>
            <a:cxnSpLocks/>
          </p:cNvCxnSpPr>
          <p:nvPr/>
        </p:nvCxnSpPr>
        <p:spPr>
          <a:xfrm>
            <a:off x="5986823" y="174738"/>
            <a:ext cx="2322305" cy="174328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3CCBA0-FAB3-2B8C-FF7C-6D01676E605B}"/>
              </a:ext>
            </a:extLst>
          </p:cNvPr>
          <p:cNvCxnSpPr>
            <a:cxnSpLocks/>
          </p:cNvCxnSpPr>
          <p:nvPr/>
        </p:nvCxnSpPr>
        <p:spPr>
          <a:xfrm flipV="1">
            <a:off x="8309128" y="1906544"/>
            <a:ext cx="3703067" cy="1074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E00891-515C-956C-17FC-86789D545647}"/>
              </a:ext>
            </a:extLst>
          </p:cNvPr>
          <p:cNvCxnSpPr>
            <a:cxnSpLocks/>
          </p:cNvCxnSpPr>
          <p:nvPr/>
        </p:nvCxnSpPr>
        <p:spPr>
          <a:xfrm>
            <a:off x="8309128" y="1918018"/>
            <a:ext cx="0" cy="472942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1A8BB8A-757B-80CF-815C-9D38C446C382}"/>
              </a:ext>
            </a:extLst>
          </p:cNvPr>
          <p:cNvSpPr txBox="1"/>
          <p:nvPr/>
        </p:nvSpPr>
        <p:spPr>
          <a:xfrm>
            <a:off x="7811791" y="393657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E20DEE-473C-F0A0-702A-0AA174A7D64D}"/>
              </a:ext>
            </a:extLst>
          </p:cNvPr>
          <p:cNvSpPr txBox="1"/>
          <p:nvPr/>
        </p:nvSpPr>
        <p:spPr>
          <a:xfrm>
            <a:off x="7811791" y="413140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EFB17D-6681-9646-6AEB-AA8BC90223D4}"/>
              </a:ext>
            </a:extLst>
          </p:cNvPr>
          <p:cNvSpPr txBox="1"/>
          <p:nvPr/>
        </p:nvSpPr>
        <p:spPr>
          <a:xfrm>
            <a:off x="7811791" y="4333639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B5677F-74CC-855B-F5BA-35FD8189A5E7}"/>
              </a:ext>
            </a:extLst>
          </p:cNvPr>
          <p:cNvSpPr txBox="1"/>
          <p:nvPr/>
        </p:nvSpPr>
        <p:spPr>
          <a:xfrm>
            <a:off x="7811791" y="4528458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9E8C42-C5C5-45B5-77EE-81DC6B96AD47}"/>
              </a:ext>
            </a:extLst>
          </p:cNvPr>
          <p:cNvSpPr txBox="1"/>
          <p:nvPr/>
        </p:nvSpPr>
        <p:spPr>
          <a:xfrm>
            <a:off x="7811791" y="4714497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5931B6-43C9-EB12-E37A-11550192C790}"/>
              </a:ext>
            </a:extLst>
          </p:cNvPr>
          <p:cNvSpPr txBox="1"/>
          <p:nvPr/>
        </p:nvSpPr>
        <p:spPr>
          <a:xfrm>
            <a:off x="7811791" y="491033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9E6047-C2CF-4021-B327-3FBE9E7237E2}"/>
              </a:ext>
            </a:extLst>
          </p:cNvPr>
          <p:cNvSpPr txBox="1"/>
          <p:nvPr/>
        </p:nvSpPr>
        <p:spPr>
          <a:xfrm>
            <a:off x="7796923" y="2081612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0AE34A-7A36-83DC-8ED6-25A3D5CD40C7}"/>
              </a:ext>
            </a:extLst>
          </p:cNvPr>
          <p:cNvSpPr txBox="1"/>
          <p:nvPr/>
        </p:nvSpPr>
        <p:spPr>
          <a:xfrm>
            <a:off x="7811791" y="227643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5C4FA3-129B-F950-2BCA-DCE18597BC89}"/>
              </a:ext>
            </a:extLst>
          </p:cNvPr>
          <p:cNvSpPr txBox="1"/>
          <p:nvPr/>
        </p:nvSpPr>
        <p:spPr>
          <a:xfrm>
            <a:off x="7811791" y="2478675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5DE821-D947-FE25-E23C-03CDF7C04F18}"/>
              </a:ext>
            </a:extLst>
          </p:cNvPr>
          <p:cNvSpPr txBox="1"/>
          <p:nvPr/>
        </p:nvSpPr>
        <p:spPr>
          <a:xfrm>
            <a:off x="7811791" y="267349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966AF8-61F6-A290-A297-72FBA829E9F9}"/>
              </a:ext>
            </a:extLst>
          </p:cNvPr>
          <p:cNvSpPr txBox="1"/>
          <p:nvPr/>
        </p:nvSpPr>
        <p:spPr>
          <a:xfrm>
            <a:off x="7811791" y="285953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DDAD4C-6371-60F0-D31B-49E106648ED6}"/>
              </a:ext>
            </a:extLst>
          </p:cNvPr>
          <p:cNvSpPr txBox="1"/>
          <p:nvPr/>
        </p:nvSpPr>
        <p:spPr>
          <a:xfrm>
            <a:off x="7811791" y="3055369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559CAE-AB28-7853-E93A-F04FB1CC8255}"/>
              </a:ext>
            </a:extLst>
          </p:cNvPr>
          <p:cNvSpPr txBox="1"/>
          <p:nvPr/>
        </p:nvSpPr>
        <p:spPr>
          <a:xfrm>
            <a:off x="7811791" y="323985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V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65AD82-5B0D-F511-CED0-2F391E146EBF}"/>
              </a:ext>
            </a:extLst>
          </p:cNvPr>
          <p:cNvSpPr txBox="1"/>
          <p:nvPr/>
        </p:nvSpPr>
        <p:spPr>
          <a:xfrm>
            <a:off x="7811791" y="344075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861224-2DEF-8496-CEB1-1EEE08DC3753}"/>
              </a:ext>
            </a:extLst>
          </p:cNvPr>
          <p:cNvSpPr txBox="1"/>
          <p:nvPr/>
        </p:nvSpPr>
        <p:spPr>
          <a:xfrm>
            <a:off x="6499018" y="236828"/>
            <a:ext cx="242319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Team: XXX, XXX, XXX</a:t>
            </a:r>
            <a:endParaRPr kumimoji="0" lang="en-US" altLang="zh-CN" sz="12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0" name="文本框 4">
            <a:extLst>
              <a:ext uri="{FF2B5EF4-FFF2-40B4-BE49-F238E27FC236}">
                <a16:creationId xmlns:a16="http://schemas.microsoft.com/office/drawing/2014/main" id="{3AD9C1E2-56A2-91FD-2214-C3508F5F5345}"/>
              </a:ext>
            </a:extLst>
          </p:cNvPr>
          <p:cNvSpPr txBox="1"/>
          <p:nvPr/>
        </p:nvSpPr>
        <p:spPr>
          <a:xfrm>
            <a:off x="10035854" y="1607120"/>
            <a:ext cx="2238705" cy="2208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On-board: AMD PYNQ-Z2 (XC7Z020)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2BC273-1ABD-8CAB-E5D8-4D352647280A}"/>
              </a:ext>
            </a:extLst>
          </p:cNvPr>
          <p:cNvSpPr txBox="1"/>
          <p:nvPr/>
        </p:nvSpPr>
        <p:spPr>
          <a:xfrm>
            <a:off x="6931915" y="438594"/>
            <a:ext cx="380047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400" b="1"/>
              <a:t>Wuhan University</a:t>
            </a:r>
          </a:p>
          <a:p>
            <a:r>
              <a:rPr sz="1200"/>
              <a:t>School of Electronic Engineering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AE3CBA43-B054-3929-F3E6-E92043E5955C}"/>
              </a:ext>
            </a:extLst>
          </p:cNvPr>
          <p:cNvSpPr txBox="1"/>
          <p:nvPr/>
        </p:nvSpPr>
        <p:spPr>
          <a:xfrm>
            <a:off x="8507018" y="2052136"/>
            <a:ext cx="377933" cy="1678530"/>
          </a:xfrm>
          <a:prstGeom prst="rect">
            <a:avLst/>
          </a:prstGeom>
          <a:solidFill>
            <a:srgbClr val="2F2F2F"/>
          </a:solidFill>
        </p:spPr>
        <p:txBody>
          <a:bodyPr vert="wordArt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6DB4547-F8A8-AC99-BDDA-3BD88EEEFCBA}"/>
              </a:ext>
            </a:extLst>
          </p:cNvPr>
          <p:cNvSpPr txBox="1"/>
          <p:nvPr/>
        </p:nvSpPr>
        <p:spPr>
          <a:xfrm>
            <a:off x="8555488" y="220050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818903-E8A5-070B-B626-2835FFF26BE2}"/>
              </a:ext>
            </a:extLst>
          </p:cNvPr>
          <p:cNvSpPr txBox="1"/>
          <p:nvPr/>
        </p:nvSpPr>
        <p:spPr>
          <a:xfrm>
            <a:off x="8555488" y="238957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2061FB-4930-B9C6-D201-30FE131249F9}"/>
              </a:ext>
            </a:extLst>
          </p:cNvPr>
          <p:cNvSpPr txBox="1"/>
          <p:nvPr/>
        </p:nvSpPr>
        <p:spPr>
          <a:xfrm>
            <a:off x="8555488" y="259241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C644A4-F195-B057-8FDB-67F8C1451B3B}"/>
              </a:ext>
            </a:extLst>
          </p:cNvPr>
          <p:cNvSpPr txBox="1"/>
          <p:nvPr/>
        </p:nvSpPr>
        <p:spPr>
          <a:xfrm>
            <a:off x="8555488" y="281074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U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01D43C-2CF0-2C54-2E0B-69ABAC43B76A}"/>
              </a:ext>
            </a:extLst>
          </p:cNvPr>
          <p:cNvSpPr txBox="1"/>
          <p:nvPr/>
        </p:nvSpPr>
        <p:spPr>
          <a:xfrm>
            <a:off x="8555488" y="3017161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0892E4-2FC6-FFFD-DF5B-D316B8D651FB}"/>
              </a:ext>
            </a:extLst>
          </p:cNvPr>
          <p:cNvSpPr txBox="1"/>
          <p:nvPr/>
        </p:nvSpPr>
        <p:spPr>
          <a:xfrm>
            <a:off x="8555488" y="321837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</a:t>
            </a:r>
          </a:p>
        </p:txBody>
      </p:sp>
      <p:pic>
        <p:nvPicPr>
          <p:cNvPr id="39" name="Picture 3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26B71EE-FA39-6F56-7769-2C9328852E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872" y="996093"/>
            <a:ext cx="1764303" cy="992420"/>
          </a:xfrm>
          <a:prstGeom prst="rect">
            <a:avLst/>
          </a:prstGeom>
        </p:spPr>
      </p:pic>
      <p:sp>
        <p:nvSpPr>
          <p:cNvPr id="41" name="文本框 3">
            <a:extLst>
              <a:ext uri="{FF2B5EF4-FFF2-40B4-BE49-F238E27FC236}">
                <a16:creationId xmlns:a16="http://schemas.microsoft.com/office/drawing/2014/main" id="{7208B36C-4D3C-053B-772C-E9455269F56C}"/>
              </a:ext>
            </a:extLst>
          </p:cNvPr>
          <p:cNvSpPr txBox="1"/>
          <p:nvPr/>
        </p:nvSpPr>
        <p:spPr>
          <a:xfrm>
            <a:off x="8597595" y="3930816"/>
            <a:ext cx="3557270" cy="21424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/>
              <a:t>Performance Results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等线" panose="02010600030101010101" pitchFamily="2" charset="-122"/>
              <a:cs typeface="Calibri" panose="020F0502020204030204" charset="0"/>
            </a:endParaRPr>
          </a:p>
          <a:p>
            <a:r>
              <a:rPr sz="1000" b="0"/>
              <a:t>- Audio event recall: 97.4% (155 events)</a:t>
            </a:r>
          </a:p>
          <a:p>
            <a:r>
              <a:rPr sz="1000" b="0"/>
              <a:t>- Image recall: 96.2% (266 independent images)</a:t>
            </a:r>
          </a:p>
          <a:p>
            <a:r>
              <a:rPr sz="1000" b="0"/>
              <a:t>- Audio specificity: 100% (2063 negatives)</a:t>
            </a:r>
          </a:p>
          <a:p>
            <a:r>
              <a:rPr sz="1000" b="0"/>
              <a:t>- End-to-end trigger latency: ~10.5s</a:t>
            </a:r>
          </a:p>
          <a:p>
            <a:r>
              <a:rPr sz="1000" b="0"/>
              <a:t>- GEMM core speedup: 4.64x (0.59x end-to-end)</a:t>
            </a:r>
          </a:p>
          <a:p>
            <a:r>
              <a:rPr sz="1000" b="0"/>
              <a:t>- Audio overlay LUT: only 3.15%</a:t>
            </a:r>
          </a:p>
          <a:p>
            <a:r>
              <a:rPr sz="1000" b="0"/>
              <a:t>- Recording: 37.4s / 187 frames H.264</a:t>
            </a:r>
          </a:p>
        </p:txBody>
      </p:sp>
      <p:pic>
        <p:nvPicPr>
          <p:cNvPr id="42" name="图片 7" descr="introduce1">
            <a:extLst>
              <a:ext uri="{FF2B5EF4-FFF2-40B4-BE49-F238E27FC236}">
                <a16:creationId xmlns:a16="http://schemas.microsoft.com/office/drawing/2014/main" id="{C1167E02-F1C3-5EB7-B633-9698F7A7D7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290" y="2451206"/>
            <a:ext cx="3317240" cy="761365"/>
          </a:xfrm>
          <a:prstGeom prst="rect">
            <a:avLst/>
          </a:prstGeom>
        </p:spPr>
      </p:pic>
      <p:sp>
        <p:nvSpPr>
          <p:cNvPr id="43" name="文本框 4">
            <a:extLst>
              <a:ext uri="{FF2B5EF4-FFF2-40B4-BE49-F238E27FC236}">
                <a16:creationId xmlns:a16="http://schemas.microsoft.com/office/drawing/2014/main" id="{4A6543FB-76FB-98AB-DC33-FF3B281FDA7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383482" y="3544112"/>
            <a:ext cx="2695575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System Architecture</a:t>
            </a:r>
          </a:p>
        </p:txBody>
      </p:sp>
      <p:pic>
        <p:nvPicPr>
          <p:cNvPr id="44" name="图片 2">
            <a:extLst>
              <a:ext uri="{FF2B5EF4-FFF2-40B4-BE49-F238E27FC236}">
                <a16:creationId xmlns:a16="http://schemas.microsoft.com/office/drawing/2014/main" id="{29477664-FB13-6C16-7313-E8CE8F2525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6092" y="1164767"/>
            <a:ext cx="3064081" cy="2194033"/>
          </a:xfrm>
          <a:prstGeom prst="rect">
            <a:avLst/>
          </a:prstGeom>
        </p:spPr>
      </p:pic>
      <p:sp>
        <p:nvSpPr>
          <p:cNvPr id="45" name="矩形: 圆角 10">
            <a:extLst>
              <a:ext uri="{FF2B5EF4-FFF2-40B4-BE49-F238E27FC236}">
                <a16:creationId xmlns:a16="http://schemas.microsoft.com/office/drawing/2014/main" id="{327836DC-3A96-DA15-2961-FB01BDF5D0E3}"/>
              </a:ext>
            </a:extLst>
          </p:cNvPr>
          <p:cNvSpPr/>
          <p:nvPr/>
        </p:nvSpPr>
        <p:spPr>
          <a:xfrm>
            <a:off x="4209513" y="5567296"/>
            <a:ext cx="3288217" cy="101202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/>
              <a:t>Audio Acquisition &amp; Detection</a:t>
            </a:r>
          </a:p>
          <a:p>
            <a:r>
              <a:rPr sz="1000" b="0"/>
              <a:t>- INMP441 I2S digital MEMS microphone</a:t>
            </a:r>
          </a:p>
          <a:p>
            <a:r>
              <a:rPr sz="1000" b="0"/>
              <a:t>- 2s window to STFT/Mel [64,201]</a:t>
            </a:r>
          </a:p>
          <a:p>
            <a:r>
              <a:rPr sz="1000" b="0"/>
              <a:t>- 3-layer CNN + Sigmoid call probability</a:t>
            </a:r>
          </a:p>
          <a:p>
            <a:r>
              <a:rPr sz="1000" b="0"/>
              <a:t>- score &gt;= 0.985 triggers visual module</a:t>
            </a:r>
          </a:p>
          <a:p>
            <a:r>
              <a:rPr sz="1000" b="0"/>
              <a:t>- Pauses during recording to yield CPU</a:t>
            </a:r>
          </a:p>
        </p:txBody>
      </p:sp>
      <p:sp>
        <p:nvSpPr>
          <p:cNvPr id="46" name="矩形: 圆角 11">
            <a:extLst>
              <a:ext uri="{FF2B5EF4-FFF2-40B4-BE49-F238E27FC236}">
                <a16:creationId xmlns:a16="http://schemas.microsoft.com/office/drawing/2014/main" id="{61FD3942-1022-ECAF-EB47-79785283BAF6}"/>
              </a:ext>
            </a:extLst>
          </p:cNvPr>
          <p:cNvSpPr/>
          <p:nvPr/>
        </p:nvSpPr>
        <p:spPr>
          <a:xfrm>
            <a:off x="4223004" y="3859322"/>
            <a:ext cx="3274725" cy="15665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/>
              <a:t>Performance Results</a:t>
            </a:r>
          </a:p>
          <a:p>
            <a:r>
              <a:rPr sz="1000" b="0"/>
              <a:t>- Audio event recall: 97.4% (155 events)</a:t>
            </a:r>
          </a:p>
          <a:p>
            <a:r>
              <a:rPr sz="1000" b="0"/>
              <a:t>- Image recall: 96.2% (266 independent images)</a:t>
            </a:r>
          </a:p>
          <a:p>
            <a:r>
              <a:rPr sz="1000" b="0"/>
              <a:t>- Audio specificity: 100% (2063 negatives)</a:t>
            </a:r>
          </a:p>
          <a:p>
            <a:r>
              <a:rPr sz="1000" b="0"/>
              <a:t>- End-to-end trigger latency: ~10.5s</a:t>
            </a:r>
          </a:p>
          <a:p>
            <a:r>
              <a:rPr sz="1000" b="0"/>
              <a:t>- GEMM core speedup: 4.64x (0.59x end-to-end)</a:t>
            </a:r>
          </a:p>
          <a:p>
            <a:r>
              <a:rPr sz="1000" b="0"/>
              <a:t>- Audio overlay LUT: only 3.15%</a:t>
            </a:r>
          </a:p>
          <a:p>
            <a:r>
              <a:rPr sz="1000" b="0"/>
              <a:t>- Recording: 37.4s / 187 frames H.264</a:t>
            </a:r>
          </a:p>
        </p:txBody>
      </p:sp>
      <p:pic>
        <p:nvPicPr>
          <p:cNvPr id="47" name="图片 5">
            <a:extLst>
              <a:ext uri="{FF2B5EF4-FFF2-40B4-BE49-F238E27FC236}">
                <a16:creationId xmlns:a16="http://schemas.microsoft.com/office/drawing/2014/main" id="{D7C57C0F-3647-E9E2-087F-D1E8B37711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52369" y="37197"/>
            <a:ext cx="1604915" cy="1402913"/>
          </a:xfrm>
          <a:prstGeom prst="rect">
            <a:avLst/>
          </a:prstGeom>
        </p:spPr>
      </p:pic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7E1E88F6-BAF0-0A44-5F1D-0F6693085835}"/>
              </a:ext>
            </a:extLst>
          </p:cNvPr>
          <p:cNvSpPr txBox="1">
            <a:spLocks/>
          </p:cNvSpPr>
          <p:nvPr/>
        </p:nvSpPr>
        <p:spPr>
          <a:xfrm>
            <a:off x="1036793" y="1576933"/>
            <a:ext cx="2221767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Font: Calibri(Body) Size:11  Size:11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1993D883-5FD0-5FA9-2211-42E39F416E95}"/>
              </a:ext>
            </a:extLst>
          </p:cNvPr>
          <p:cNvSpPr txBox="1">
            <a:spLocks/>
          </p:cNvSpPr>
          <p:nvPr/>
        </p:nvSpPr>
        <p:spPr>
          <a:xfrm>
            <a:off x="7037169" y="-1643"/>
            <a:ext cx="3436277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Team Member Names Font: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Times New Roman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Size:12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897393DB-7396-E381-825C-5E441FE5FB47}"/>
              </a:ext>
            </a:extLst>
          </p:cNvPr>
          <p:cNvSpPr txBox="1">
            <a:spLocks/>
          </p:cNvSpPr>
          <p:nvPr/>
        </p:nvSpPr>
        <p:spPr>
          <a:xfrm>
            <a:off x="10360536" y="1393972"/>
            <a:ext cx="1313365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作品实物缩略图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CC1BE607-126E-7592-8B85-CB85B5A2433F}"/>
              </a:ext>
            </a:extLst>
          </p:cNvPr>
          <p:cNvSpPr txBox="1">
            <a:spLocks/>
          </p:cNvSpPr>
          <p:nvPr/>
        </p:nvSpPr>
        <p:spPr>
          <a:xfrm>
            <a:off x="10375403" y="1791718"/>
            <a:ext cx="1829165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作品测试平台信息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9146613C-4A56-CAA4-7C28-55FE52F8BF13}"/>
              </a:ext>
            </a:extLst>
          </p:cNvPr>
          <p:cNvSpPr txBox="1">
            <a:spLocks/>
          </p:cNvSpPr>
          <p:nvPr/>
        </p:nvSpPr>
        <p:spPr>
          <a:xfrm>
            <a:off x="9379171" y="796970"/>
            <a:ext cx="556124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校徽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85C6D8F8-15C3-DAC0-77D1-A24D8082D348}"/>
              </a:ext>
            </a:extLst>
          </p:cNvPr>
          <p:cNvSpPr txBox="1">
            <a:spLocks/>
          </p:cNvSpPr>
          <p:nvPr/>
        </p:nvSpPr>
        <p:spPr>
          <a:xfrm>
            <a:off x="7580960" y="905778"/>
            <a:ext cx="556124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校名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58960BED-4C88-4AA4-8F7B-F67A2FC46A15}"/>
              </a:ext>
            </a:extLst>
          </p:cNvPr>
          <p:cNvSpPr txBox="1">
            <a:spLocks/>
          </p:cNvSpPr>
          <p:nvPr/>
        </p:nvSpPr>
        <p:spPr>
          <a:xfrm>
            <a:off x="4649501" y="3331017"/>
            <a:ext cx="2132356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系统框图，关键创新点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BB66856B-A197-3A8D-B103-13A109F2B826}"/>
              </a:ext>
            </a:extLst>
          </p:cNvPr>
          <p:cNvSpPr txBox="1">
            <a:spLocks/>
          </p:cNvSpPr>
          <p:nvPr/>
        </p:nvSpPr>
        <p:spPr>
          <a:xfrm>
            <a:off x="8876696" y="6144674"/>
            <a:ext cx="1760824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测试结果，性能，展望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6B37ED8F-95C2-063E-D72D-A64EF03CBD94}"/>
              </a:ext>
            </a:extLst>
          </p:cNvPr>
          <p:cNvSpPr txBox="1">
            <a:spLocks/>
          </p:cNvSpPr>
          <p:nvPr/>
        </p:nvSpPr>
        <p:spPr>
          <a:xfrm>
            <a:off x="1546282" y="4876127"/>
            <a:ext cx="1758271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sz="1000" b="1"/>
              <a:t>Background: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r>
              <a:rPr sz="1000" b="0"/>
              <a:t>Fairy Pitta (Pitta nympha) is a national protected species</a:t>
            </a:r>
          </a:p>
          <a:p>
            <a:r>
              <a:rPr sz="1000" b="0"/>
              <a:t>in China. Field monitoring requires long observation hours.</a:t>
            </a:r>
          </a:p>
          <a:p>
            <a:r>
              <a:rPr sz="1000" b="0"/>
              <a:t>This system achieves 'call detection-visual confirm-auto record'</a:t>
            </a:r>
          </a:p>
          <a:p>
            <a:r>
              <a:rPr sz="1000" b="0"/>
              <a:t>fully automated on a single PYNQ-Z2 board.</a:t>
            </a:r>
          </a:p>
          <a:p>
            <a:r>
              <a:rPr sz="1000" b="0"/>
              <a:t/>
            </a:r>
          </a:p>
          <a:p>
            <a:r>
              <a:rPr sz="1000" b="1"/>
              <a:t>Approach:</a:t>
            </a:r>
          </a:p>
          <a:p>
            <a:r>
              <a:rPr sz="1000" b="0"/>
              <a:t>1. PL I2S+AXI DMA: 32kHz mic stream, zero CPU overhead</a:t>
            </a:r>
          </a:p>
          <a:p>
            <a:r>
              <a:rPr sz="1000" b="0"/>
              <a:t>2. PS 3-layer CNN bird call detection, trigger at 0.985</a:t>
            </a:r>
          </a:p>
          <a:p>
            <a:r>
              <a:rPr sz="1000" b="0"/>
              <a:t>3. USB camera + YOLOv8n (NCNN) confirmation + recording</a:t>
            </a:r>
          </a:p>
          <a:p>
            <a:r>
              <a:rPr sz="1000" b="0"/>
              <a:t>4. Vitis HLS GEMM IP for conv1 (4.64x core speedup)</a:t>
            </a:r>
          </a:p>
          <a:p>
            <a:r>
              <a:rPr sz="1000" b="0"/>
              <a:t>5. Presence-based recording: 5-10x storage efficiency</a:t>
            </a:r>
          </a:p>
        </p:txBody>
      </p:sp>
      <p:pic>
        <p:nvPicPr>
          <p:cNvPr id="58" name="Picture 57" descr="1.1-标准校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2973" y="163913"/>
            <a:ext cx="728636" cy="72187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AMD Corporate Template_Dark">
  <a:themeElements>
    <a:clrScheme name="AMD Corpora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EAEAEA"/>
      </a:accent3>
      <a:accent4>
        <a:srgbClr val="F26522"/>
      </a:accent4>
      <a:accent5>
        <a:srgbClr val="ED1C24"/>
      </a:accent5>
      <a:accent6>
        <a:srgbClr val="007C97"/>
      </a:accent6>
      <a:hlink>
        <a:srgbClr val="D5D5D5"/>
      </a:hlink>
      <a:folHlink>
        <a:srgbClr val="A9A9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solidFill>
            <a:schemeClr val="accent2"/>
          </a:solidFill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18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buClr>
            <a:schemeClr val="accent1"/>
          </a:buClr>
          <a:buSzPct val="60000"/>
          <a:defRPr sz="18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7" id="{94DDD171-3649-784B-8DFF-0523AEB0E1C6}" vid="{59C6D40F-03E9-B54A-84C3-8AA2035591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TemplafyTemplateConfiguration><![CDATA[{"elementsMetadata":[],"transformationConfigurations":[{"colorTheme":"{{DataSources.ColorThemes[\"Corporate\"].ColorTheme}}","disableUpdates":false,"type":"colorTheme"}],"enableDocumentContentUpdater":true,"version":"2.0"}]]></TemplafyTemplateConfiguration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8A2EBC6E34694C80F43E94FCA993B5" ma:contentTypeVersion="14" ma:contentTypeDescription="Create a new document." ma:contentTypeScope="" ma:versionID="1a7ced39ac191f9ec8deffde533b0c1c">
  <xsd:schema xmlns:xsd="http://www.w3.org/2001/XMLSchema" xmlns:xs="http://www.w3.org/2001/XMLSchema" xmlns:p="http://schemas.microsoft.com/office/2006/metadata/properties" xmlns:ns1="http://schemas.microsoft.com/sharepoint/v3" xmlns:ns2="e4aa919a-b200-49cb-beca-4c7e0810321e" xmlns:ns3="06670dda-0291-4061-b6e0-f6c0cb392c51" targetNamespace="http://schemas.microsoft.com/office/2006/metadata/properties" ma:root="true" ma:fieldsID="bedea8c8816a4e5934c808becd103583" ns1:_="" ns2:_="" ns3:_="">
    <xsd:import namespace="http://schemas.microsoft.com/sharepoint/v3"/>
    <xsd:import namespace="e4aa919a-b200-49cb-beca-4c7e0810321e"/>
    <xsd:import namespace="06670dda-0291-4061-b6e0-f6c0cb392c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aa919a-b200-49cb-beca-4c7e081032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670dda-0291-4061-b6e0-f6c0cb392c5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MediaServiceKeyPoints xmlns="e4aa919a-b200-49cb-beca-4c7e0810321e" xsi:nil="true"/>
  </documentManagement>
</p:properties>
</file>

<file path=customXml/item5.xml><?xml version="1.0" encoding="utf-8"?>
<TemplafyFormConfiguration><![CDATA[{"formFields":[{"required":false,"placeholder":"Title | Date | Security Setting","lines":1,"shareValue":false,"type":"textBox","name":"Footer","label":"Enter footer description","fullyQualifiedName":"Footer"}],"formDataEntries":[]}]]></TemplafyFormConfiguration>
</file>

<file path=customXml/itemProps1.xml><?xml version="1.0" encoding="utf-8"?>
<ds:datastoreItem xmlns:ds="http://schemas.openxmlformats.org/officeDocument/2006/customXml" ds:itemID="{6291F803-2EF0-4E47-96D6-4796950CE6BD}">
  <ds:schemaRefs/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BB3C309-8520-4616-80FC-2CB10D5B83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4aa919a-b200-49cb-beca-4c7e0810321e"/>
    <ds:schemaRef ds:uri="06670dda-0291-4061-b6e0-f6c0cb392c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F990F116-B58F-4255-B05B-DA3808E0E5C6}">
  <ds:schemaRefs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e4aa919a-b200-49cb-beca-4c7e0810321e"/>
    <ds:schemaRef ds:uri="http://purl.org/dc/elements/1.1/"/>
    <ds:schemaRef ds:uri="http://schemas.microsoft.com/office/2006/metadata/properties"/>
    <ds:schemaRef ds:uri="06670dda-0291-4061-b6e0-f6c0cb392c51"/>
    <ds:schemaRef ds:uri="http://schemas.microsoft.com/office/2006/documentManagement/types"/>
    <ds:schemaRef ds:uri="http://purl.org/dc/terms/"/>
    <ds:schemaRef ds:uri="http://schemas.microsoft.com/sharepoint/v3"/>
    <ds:schemaRef ds:uri="http://www.w3.org/XML/1998/namespace"/>
  </ds:schemaRefs>
</ds:datastoreItem>
</file>

<file path=customXml/itemProps5.xml><?xml version="1.0" encoding="utf-8"?>
<ds:datastoreItem xmlns:ds="http://schemas.openxmlformats.org/officeDocument/2006/customXml" ds:itemID="{43BC5722-1D5B-4915-8247-E6D5F513E549}">
  <ds:schemaRefs/>
</ds:datastoreItem>
</file>

<file path=docMetadata/LabelInfo.xml><?xml version="1.0" encoding="utf-8"?>
<clbl:labelList xmlns:clbl="http://schemas.microsoft.com/office/2020/mipLabelMetadata">
  <clbl:label id="{5bd4f1f7-d4b1-4cbd-af48-dd17bd0768d5}" enabled="1" method="Privileged" siteId="{3dd8961f-e488-4e60-8e11-a82d994e183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AMD Corporate Template_Dark</Template>
  <TotalTime>2133</TotalTime>
  <Words>454</Words>
  <Application>Microsoft Office PowerPoint</Application>
  <PresentationFormat>Widescreen</PresentationFormat>
  <Paragraphs>60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微软雅黑</vt:lpstr>
      <vt:lpstr>Aharoni</vt:lpstr>
      <vt:lpstr>Arial</vt:lpstr>
      <vt:lpstr>Calibri</vt:lpstr>
      <vt:lpstr>Consolas</vt:lpstr>
      <vt:lpstr>Segoe UI</vt:lpstr>
      <vt:lpstr>Times New Roman</vt:lpstr>
      <vt:lpstr>AMD Corporate Template_Dark</vt:lpstr>
      <vt:lpstr>INTRODUCTION</vt:lpstr>
    </vt:vector>
  </TitlesOfParts>
  <Manager>&lt;Comms manager name here&gt;</Manager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AMD Corporate Powerpoint Template</dc:subject>
  <dc:creator>Federico Gasquet</dc:creator>
  <cp:keywords>AMD Corporate Powerpoint Template</cp:keywords>
  <dc:description/>
  <cp:lastModifiedBy>Chen, Wen (Vicky)</cp:lastModifiedBy>
  <cp:revision>25</cp:revision>
  <cp:lastPrinted>2020-04-30T18:59:47Z</cp:lastPrinted>
  <dcterms:created xsi:type="dcterms:W3CDTF">2021-04-19T14:31:00Z</dcterms:created>
  <dcterms:modified xsi:type="dcterms:W3CDTF">2026-10-28T10:03:43Z</dcterms:modified>
  <cp:category>AMD Corporate Powerpoint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ublisher">
    <vt:lpwstr>AMD Creative Studio</vt:lpwstr>
  </property>
  <property fmtid="{D5CDD505-2E9C-101B-9397-08002B2CF9AE}" pid="3" name="Date completed">
    <vt:lpwstr>April 30, 2020</vt:lpwstr>
  </property>
  <property fmtid="{D5CDD505-2E9C-101B-9397-08002B2CF9AE}" pid="4" name="MS_Version">
    <vt:lpwstr>1.0.0</vt:lpwstr>
  </property>
  <property fmtid="{D5CDD505-2E9C-101B-9397-08002B2CF9AE}" pid="5" name="TemplafyTimeStamp">
    <vt:lpwstr>2021-07-26T15:24:07</vt:lpwstr>
  </property>
  <property fmtid="{D5CDD505-2E9C-101B-9397-08002B2CF9AE}" pid="6" name="ClassificationContentMarkingHeaderLocations">
    <vt:lpwstr>AMD Corporate Template_Dark:6</vt:lpwstr>
  </property>
  <property fmtid="{D5CDD505-2E9C-101B-9397-08002B2CF9AE}" pid="7" name="ClassificationContentMarkingHeaderText">
    <vt:lpwstr>[Copyright &lt;Year&gt;]</vt:lpwstr>
  </property>
</Properties>
</file>
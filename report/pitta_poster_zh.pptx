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"/>
  </p:sldMasterIdLst>
  <p:notesMasterIdLst>
    <p:notesMasterId r:id="rId8"/>
  </p:notesMasterIdLst>
  <p:handoutMasterIdLst>
    <p:handoutMasterId r:id="rId9"/>
  </p:handoutMasterIdLst>
  <p:sldIdLst>
    <p:sldId id="285" r:id="rId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7C97"/>
    <a:srgbClr val="00A8D0"/>
    <a:srgbClr val="FFFF99"/>
    <a:srgbClr val="0CBEA9"/>
    <a:srgbClr val="EFE125"/>
    <a:srgbClr val="000000"/>
    <a:srgbClr val="262626"/>
    <a:srgbClr val="131313"/>
    <a:srgbClr val="242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4D71A-E7F1-4ECD-BF23-D288866E6459}" v="49" dt="2026-10-28T10:01:34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84" autoAdjust="0"/>
    <p:restoredTop sz="97843" autoAdjust="0"/>
  </p:normalViewPr>
  <p:slideViewPr>
    <p:cSldViewPr snapToGrid="0">
      <p:cViewPr varScale="1">
        <p:scale>
          <a:sx n="159" d="100"/>
          <a:sy n="159" d="100"/>
        </p:scale>
        <p:origin x="546" y="138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Wen (Vicky)" userId="370386ac-7ced-43cd-aa57-a504dc959918" providerId="ADAL" clId="{A08629F2-BAFE-486D-9E84-BFC0507FDA27}"/>
    <pc:docChg chg="custSel addSld delSld modSld">
      <pc:chgData name="Chen, Wen (Vicky)" userId="370386ac-7ced-43cd-aa57-a504dc959918" providerId="ADAL" clId="{A08629F2-BAFE-486D-9E84-BFC0507FDA27}" dt="2026-10-28T10:03:37.600" v="110" actId="1076"/>
      <pc:docMkLst>
        <pc:docMk/>
      </pc:docMkLst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641800033" sldId="260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894785852" sldId="262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810320210" sldId="26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96110502" sldId="26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295795922" sldId="26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60339626" sldId="26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509904829" sldId="26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563127261" sldId="26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14710708" sldId="26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3142657" sldId="27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07857248" sldId="27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041338495" sldId="27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338091283" sldId="27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468783600" sldId="27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528543421" sldId="27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54485583" sldId="27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25260525" sldId="27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21606204" sldId="27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767730382" sldId="27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12664564" sldId="28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899082442" sldId="28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36621986" sldId="28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897248901" sldId="283"/>
        </pc:sldMkLst>
      </pc:sldChg>
      <pc:sldChg chg="del">
        <pc:chgData name="Chen, Wen (Vicky)" userId="370386ac-7ced-43cd-aa57-a504dc959918" providerId="ADAL" clId="{A08629F2-BAFE-486D-9E84-BFC0507FDA27}" dt="2026-10-28T10:01:10.378" v="9" actId="47"/>
        <pc:sldMkLst>
          <pc:docMk/>
          <pc:sldMk cId="2859063927" sldId="284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488671642" sldId="285"/>
        </pc:sldMkLst>
      </pc:sldChg>
      <pc:sldChg chg="addSp delSp modSp new mod modClrScheme chgLayout">
        <pc:chgData name="Chen, Wen (Vicky)" userId="370386ac-7ced-43cd-aa57-a504dc959918" providerId="ADAL" clId="{A08629F2-BAFE-486D-9E84-BFC0507FDA27}" dt="2026-10-28T10:03:37.600" v="110" actId="1076"/>
        <pc:sldMkLst>
          <pc:docMk/>
          <pc:sldMk cId="1777069741" sldId="285"/>
        </pc:sldMkLst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2" creationId="{657F82AD-C5B8-4968-DECD-AB43F5DCAECC}"/>
          </ac:spMkLst>
        </pc:spChg>
        <pc:spChg chg="del mod ord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3" creationId="{A1C2D21D-1646-9566-3081-429676337E32}"/>
          </ac:spMkLst>
        </pc:spChg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4" creationId="{227DFDB3-5F3F-7736-8267-95B8BADCB680}"/>
          </ac:spMkLst>
        </pc:spChg>
        <pc:spChg chg="add del mod ord">
          <ac:chgData name="Chen, Wen (Vicky)" userId="370386ac-7ced-43cd-aa57-a504dc959918" providerId="ADAL" clId="{A08629F2-BAFE-486D-9E84-BFC0507FDA27}" dt="2026-10-28T09:54:36.182" v="4" actId="700"/>
          <ac:spMkLst>
            <pc:docMk/>
            <pc:sldMk cId="1777069741" sldId="285"/>
            <ac:spMk id="5" creationId="{B63F92C7-CA2C-08EE-88CB-096614340C3F}"/>
          </ac:spMkLst>
        </pc:spChg>
        <pc:spChg chg="add del mod">
          <ac:chgData name="Chen, Wen (Vicky)" userId="370386ac-7ced-43cd-aa57-a504dc959918" providerId="ADAL" clId="{A08629F2-BAFE-486D-9E84-BFC0507FDA27}" dt="2026-10-28T10:01:04.629" v="7" actId="478"/>
          <ac:spMkLst>
            <pc:docMk/>
            <pc:sldMk cId="1777069741" sldId="285"/>
            <ac:spMk id="6" creationId="{DC789B0E-9151-EBB3-9C9A-7D921624BCB2}"/>
          </ac:spMkLst>
        </pc:spChg>
        <pc:spChg chg="mod">
          <ac:chgData name="Chen, Wen (Vicky)" userId="370386ac-7ced-43cd-aa57-a504dc959918" providerId="ADAL" clId="{A08629F2-BAFE-486D-9E84-BFC0507FDA27}" dt="2026-10-28T10:02:52.947" v="35" actId="14100"/>
          <ac:spMkLst>
            <pc:docMk/>
            <pc:sldMk cId="1777069741" sldId="285"/>
            <ac:spMk id="7" creationId="{FE9E712C-8D01-093E-F260-B456F83385A5}"/>
          </ac:spMkLst>
        </pc:spChg>
        <pc:spChg chg="mod">
          <ac:chgData name="Chen, Wen (Vicky)" userId="370386ac-7ced-43cd-aa57-a504dc959918" providerId="ADAL" clId="{A08629F2-BAFE-486D-9E84-BFC0507FDA27}" dt="2026-10-28T10:02:12.729" v="29" actId="948"/>
          <ac:spMkLst>
            <pc:docMk/>
            <pc:sldMk cId="1777069741" sldId="285"/>
            <ac:spMk id="8" creationId="{7C995DB8-75D8-49DC-0386-88FDA751971A}"/>
          </ac:spMkLst>
        </pc:spChg>
        <pc:spChg chg="add mod">
          <ac:chgData name="Chen, Wen (Vicky)" userId="370386ac-7ced-43cd-aa57-a504dc959918" providerId="ADAL" clId="{A08629F2-BAFE-486D-9E84-BFC0507FDA27}" dt="2026-10-28T10:03:37.600" v="110" actId="1076"/>
          <ac:spMkLst>
            <pc:docMk/>
            <pc:sldMk cId="1777069741" sldId="285"/>
            <ac:spMk id="9" creationId="{455E59B8-9F4D-053C-0F8B-5ED9412D6AB0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17" creationId="{0DEFB17D-6681-9646-6AEB-AA8BC90223D4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3" creationId="{485C4FA3-129B-F950-2BCA-DCE18597BC8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5" creationId="{77966AF8-61F6-A290-A297-72FBA829E9F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0" creationId="{3AD9C1E2-56A2-91FD-2214-C3508F5F5345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4" creationId="{35818903-E8A5-070B-B626-2835FFF26BE2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7" creationId="{6901D43C-2CF0-2C54-2E0B-69ABAC43B76A}"/>
          </ac:spMkLst>
        </pc:spChg>
        <pc:spChg chg="add mod">
          <ac:chgData name="Chen, Wen (Vicky)" userId="370386ac-7ced-43cd-aa57-a504dc959918" providerId="ADAL" clId="{A08629F2-BAFE-486D-9E84-BFC0507FDA27}" dt="2026-10-28T10:02:48.219" v="34" actId="1076"/>
          <ac:spMkLst>
            <pc:docMk/>
            <pc:sldMk cId="1777069741" sldId="285"/>
            <ac:spMk id="41" creationId="{7208B36C-4D3C-053B-772C-E9455269F56C}"/>
          </ac:spMkLst>
        </pc:spChg>
        <pc:spChg chg="add mod">
          <ac:chgData name="Chen, Wen (Vicky)" userId="370386ac-7ced-43cd-aa57-a504dc959918" providerId="ADAL" clId="{A08629F2-BAFE-486D-9E84-BFC0507FDA27}" dt="2026-10-28T10:03:33.858" v="109" actId="14100"/>
          <ac:spMkLst>
            <pc:docMk/>
            <pc:sldMk cId="1777069741" sldId="285"/>
            <ac:spMk id="54" creationId="{58960BED-4C88-4AA4-8F7B-F67A2FC46A15}"/>
          </ac:spMkLst>
        </pc:spChg>
        <pc:spChg chg="add mod">
          <ac:chgData name="Chen, Wen (Vicky)" userId="370386ac-7ced-43cd-aa57-a504dc959918" providerId="ADAL" clId="{A08629F2-BAFE-486D-9E84-BFC0507FDA27}" dt="2026-10-28T10:03:24.112" v="85" actId="20577"/>
          <ac:spMkLst>
            <pc:docMk/>
            <pc:sldMk cId="1777069741" sldId="285"/>
            <ac:spMk id="56" creationId="{6B37ED8F-95C2-063E-D72D-A64EF03CBD94}"/>
          </ac:spMkLst>
        </pc:spChg>
        <pc:cxnChg chg="mod">
          <ac:chgData name="Chen, Wen (Vicky)" userId="370386ac-7ced-43cd-aa57-a504dc959918" providerId="ADAL" clId="{A08629F2-BAFE-486D-9E84-BFC0507FDA27}" dt="2026-10-28T10:02:35.640" v="32" actId="14100"/>
          <ac:cxnSpMkLst>
            <pc:docMk/>
            <pc:sldMk cId="1777069741" sldId="285"/>
            <ac:cxnSpMk id="12" creationId="{C6959FA9-7E35-379E-77F4-1F6BBF5DF8D9}"/>
          </ac:cxnSpMkLst>
        </pc:cxnChg>
        <pc:cxnChg chg="mod">
          <ac:chgData name="Chen, Wen (Vicky)" userId="370386ac-7ced-43cd-aa57-a504dc959918" providerId="ADAL" clId="{A08629F2-BAFE-486D-9E84-BFC0507FDA27}" dt="2026-10-28T10:02:40.776" v="33" actId="14100"/>
          <ac:cxnSpMkLst>
            <pc:docMk/>
            <pc:sldMk cId="1777069741" sldId="285"/>
            <ac:cxnSpMk id="13" creationId="{933CCBA0-FAB3-2B8C-FF7C-6D01676E605B}"/>
          </ac:cxnSpMkLst>
        </pc:cxnChg>
        <pc:cxnChg chg="mod">
          <ac:chgData name="Chen, Wen (Vicky)" userId="370386ac-7ced-43cd-aa57-a504dc959918" providerId="ADAL" clId="{A08629F2-BAFE-486D-9E84-BFC0507FDA27}" dt="2026-10-28T10:02:31.137" v="31" actId="14100"/>
          <ac:cxnSpMkLst>
            <pc:docMk/>
            <pc:sldMk cId="1777069741" sldId="285"/>
            <ac:cxnSpMk id="14" creationId="{F1E00891-515C-956C-17FC-86789D545647}"/>
          </ac:cxnSpMkLst>
        </pc:cxnChg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702984821" sldId="286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5:54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199" y="3730752"/>
            <a:ext cx="9203375" cy="1285186"/>
          </a:xfrm>
          <a:noFill/>
        </p:spPr>
        <p:txBody>
          <a:bodyPr wrap="square" lIns="0" tIns="0" rIns="0" bIns="0" anchor="b" anchorCtr="0">
            <a:no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5416299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0B977-ED39-4A6F-B505-8559A07A7E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487337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3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FFEA8-7820-4325-8EB6-9B49BA536D4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1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2111"/>
            <a:ext cx="11018838" cy="4836927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435100"/>
            <a:ext cx="5211764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9" y="1435100"/>
            <a:ext cx="5219700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1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3182780"/>
            <a:ext cx="11018521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9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20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2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20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2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20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2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20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2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20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2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1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2" y="3535544"/>
            <a:ext cx="4162426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62021" indent="0">
              <a:buNone/>
              <a:defRPr/>
            </a:lvl4pPr>
            <a:lvl5pPr marL="85570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8" orient="horz" pos="2226" userDrawn="1">
          <p15:clr>
            <a:srgbClr val="5ACBF0"/>
          </p15:clr>
        </p15:guide>
        <p15:guide id="10" pos="3729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43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3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3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90" y="1043679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1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497686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927845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6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 userDrawn="1">
          <p15:clr>
            <a:srgbClr val="5ACBF0"/>
          </p15:clr>
        </p15:guide>
        <p15:guide id="7" pos="3931" userDrawn="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4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2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2" y="2029782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2" y="2617284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8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8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6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8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6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3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40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3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40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7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7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22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2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2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6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822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1963" userDrawn="1">
          <p15:clr>
            <a:srgbClr val="5ACBF0"/>
          </p15:clr>
        </p15:guide>
        <p15:guide id="7" pos="2150" userDrawn="1">
          <p15:clr>
            <a:srgbClr val="5ACBF0"/>
          </p15:clr>
        </p15:guide>
        <p15:guide id="8" pos="3747" userDrawn="1">
          <p15:clr>
            <a:srgbClr val="5ACBF0"/>
          </p15:clr>
        </p15:guide>
        <p15:guide id="9" pos="3933" userDrawn="1">
          <p15:clr>
            <a:srgbClr val="5ACBF0"/>
          </p15:clr>
        </p15:guide>
        <p15:guide id="10" pos="5530" userDrawn="1">
          <p15:clr>
            <a:srgbClr val="5ACBF0"/>
          </p15:clr>
        </p15:guide>
        <p15:guide id="11" pos="5716" userDrawn="1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9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5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5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7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5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5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4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099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5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2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3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8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20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6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8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8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4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6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6" y="3895725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8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4" y="4126200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5" y="4824848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9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9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8" userDrawn="1">
          <p15:clr>
            <a:srgbClr val="5ACBF0"/>
          </p15:clr>
        </p15:guide>
        <p15:guide id="21" pos="5113" userDrawn="1">
          <p15:clr>
            <a:srgbClr val="5ACBF0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5" y="2131032"/>
            <a:ext cx="6961188" cy="3980641"/>
          </a:xfrm>
        </p:spPr>
        <p:txBody>
          <a:bodyPr>
            <a:normAutofit/>
          </a:bodyPr>
          <a:lstStyle>
            <a:lvl1pPr marL="320056" indent="-320056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11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4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1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 userDrawn="1">
          <p15:clr>
            <a:srgbClr val="5ACBF0"/>
          </p15:clr>
        </p15:guide>
        <p15:guide id="29" orient="horz" pos="1271" userDrawn="1">
          <p15:clr>
            <a:srgbClr val="5ACBF0"/>
          </p15:clr>
        </p15:guide>
        <p15:guide id="33" pos="2928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5" y="3211972"/>
            <a:ext cx="3182027" cy="430887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103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7" userDrawn="1">
          <p15:clr>
            <a:srgbClr val="5ACBF0"/>
          </p15:clr>
        </p15:guide>
        <p15:guide id="31" pos="3114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5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2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F4CBF-3771-416F-BD4B-AF9C13A617ED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2978" y="3207401"/>
            <a:ext cx="2702419" cy="5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4" y="1436688"/>
            <a:ext cx="11018521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71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3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604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1050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4" y="1436692"/>
            <a:ext cx="11020426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11" indent="0">
              <a:buNone/>
              <a:defRPr sz="1100"/>
            </a:lvl2pPr>
            <a:lvl3pPr marL="457223" indent="0">
              <a:buNone/>
              <a:defRPr sz="1100"/>
            </a:lvl3pPr>
            <a:lvl4pPr marL="662021" indent="0">
              <a:buNone/>
              <a:defRPr sz="1100"/>
            </a:lvl4pPr>
            <a:lvl5pPr marL="855706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CD1CF4-BF52-4A9A-864B-B7138A0D820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2" y="585791"/>
            <a:ext cx="1339351" cy="292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B3EC8B-A541-4803-BD06-4CF36BCBC7AC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4" y="591794"/>
            <a:ext cx="11018521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1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4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7D7AC4D-9491-4E01-B00E-358B03A637B8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1410467" y="6561727"/>
            <a:ext cx="645078" cy="153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933A70-94AC-9AB9-87C4-F5766CAAC07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1" y="63502"/>
            <a:ext cx="995364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[Copyright &lt;Year&gt;]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0" r:id="rId1"/>
    <p:sldLayoutId id="2147484833" r:id="rId2"/>
    <p:sldLayoutId id="2147484710" r:id="rId3"/>
    <p:sldLayoutId id="2147484240" r:id="rId4"/>
    <p:sldLayoutId id="2147484736" r:id="rId5"/>
    <p:sldLayoutId id="2147484474" r:id="rId6"/>
    <p:sldLayoutId id="2147484639" r:id="rId7"/>
    <p:sldLayoutId id="2147484603" r:id="rId8"/>
    <p:sldLayoutId id="2147484919" r:id="rId9"/>
    <p:sldLayoutId id="2147484751" r:id="rId10"/>
    <p:sldLayoutId id="2147484914" r:id="rId11"/>
    <p:sldLayoutId id="2147484835" r:id="rId12"/>
    <p:sldLayoutId id="2147484836" r:id="rId13"/>
    <p:sldLayoutId id="2147484837" r:id="rId14"/>
    <p:sldLayoutId id="2147484838" r:id="rId15"/>
    <p:sldLayoutId id="2147484923" r:id="rId16"/>
    <p:sldLayoutId id="2147484925" r:id="rId17"/>
    <p:sldLayoutId id="2147484839" r:id="rId18"/>
    <p:sldLayoutId id="2147484922" r:id="rId19"/>
    <p:sldLayoutId id="2147484783" r:id="rId20"/>
    <p:sldLayoutId id="2147484784" r:id="rId21"/>
    <p:sldLayoutId id="2147484787" r:id="rId22"/>
    <p:sldLayoutId id="2147484249" r:id="rId23"/>
    <p:sldLayoutId id="2147484671" r:id="rId24"/>
    <p:sldLayoutId id="2147484585" r:id="rId25"/>
    <p:sldLayoutId id="2147484924" r:id="rId26"/>
    <p:sldLayoutId id="2147484299" r:id="rId27"/>
  </p:sldLayoutIdLst>
  <p:transition>
    <p:fade/>
  </p:transition>
  <p:hf hdr="0" dt="0"/>
  <p:txStyles>
    <p:titleStyle>
      <a:lvl1pPr algn="l" defTabSz="932789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11" marR="0" indent="-228611" algn="l" defTabSz="93278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23" marR="0" indent="-228611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58" marR="0" indent="-200035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3005" marR="0" indent="-1809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89" marR="0" indent="-1682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16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56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95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35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95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89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8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577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97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36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761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15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6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9E712C-8D01-093E-F260-B456F83385A5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628478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100"/>
              <a:t>本作品基于 AMD PYNQ-Z2 (XC7Z020)，实现国家二级保护动物仙八色鸫的自动化声视协同监测。</a:t>
            </a:r>
          </a:p>
          <a:p>
            <a:r>
              <a:rPr sz="1100"/>
              <a:t/>
            </a:r>
          </a:p>
          <a:p>
            <a:r>
              <a:rPr sz="1100"/>
              <a:t>PL 侧 I2S 采集 INMP441 麦克风数据并集成 HLS GEMM 硬件加速核；PS 侧运行鸟鸣检测与 YOLOv8n 视觉检测，实现鸣声触发→视觉确认→自动录像闭环。</a:t>
            </a:r>
          </a:p>
          <a:p>
            <a:r>
              <a:rPr sz="1100"/>
              <a:t/>
            </a:r>
          </a:p>
          <a:p>
            <a:r>
              <a:rPr sz="1100"/>
              <a:t>关键技术点：</a:t>
            </a:r>
          </a:p>
          <a:p>
            <a:r>
              <a:rPr sz="1100"/>
              <a:t>1. 音频采集：PL 侧 I2S+AXI DMA，32kHz 实时流，不占 ARM CPU</a:t>
            </a:r>
          </a:p>
          <a:p>
            <a:r>
              <a:rPr sz="1100"/>
              <a:t>2. 硬件加速：Vitis HLS 定点 GEMM 核，纯核 4.64x 加速验证</a:t>
            </a:r>
          </a:p>
          <a:p>
            <a:r>
              <a:rPr sz="1100"/>
              <a:t>3. 声视协同：鸟鸣触发图像识别，减少空转与冗余录像</a:t>
            </a:r>
          </a:p>
          <a:p>
            <a:r>
              <a:rPr sz="1100"/>
              <a:t>4. 存在性录像：目标消失后延迟结束，存储效率提升 5-10 倍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995DB8-75D8-49DC-0386-88FDA751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97" y="1083754"/>
            <a:ext cx="2795337" cy="414731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项目简介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E59B8-9F4D-053C-0F8B-5ED9412D6AB0}"/>
              </a:ext>
            </a:extLst>
          </p:cNvPr>
          <p:cNvSpPr txBox="1"/>
          <p:nvPr/>
        </p:nvSpPr>
        <p:spPr>
          <a:xfrm>
            <a:off x="214707" y="395735"/>
            <a:ext cx="4969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/>
              <a:t>仙八色鸫鸣声与图像协同监测系统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287D67-CCD3-19BE-8AF4-A871E54A8F95}"/>
              </a:ext>
            </a:extLst>
          </p:cNvPr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5904B75F-4BA2-630F-7BBB-DFE21DB6713C}"/>
              </a:ext>
            </a:extLst>
          </p:cNvPr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应用场景：林地野外监测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959FA9-7E35-379E-77F4-1F6BBF5DF8D9}"/>
              </a:ext>
            </a:extLst>
          </p:cNvPr>
          <p:cNvCxnSpPr>
            <a:cxnSpLocks/>
          </p:cNvCxnSpPr>
          <p:nvPr/>
        </p:nvCxnSpPr>
        <p:spPr>
          <a:xfrm>
            <a:off x="5986823" y="174738"/>
            <a:ext cx="2322305" cy="17432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3CCBA0-FAB3-2B8C-FF7C-6D01676E605B}"/>
              </a:ext>
            </a:extLst>
          </p:cNvPr>
          <p:cNvCxnSpPr>
            <a:cxnSpLocks/>
          </p:cNvCxnSpPr>
          <p:nvPr/>
        </p:nvCxnSpPr>
        <p:spPr>
          <a:xfrm flipV="1">
            <a:off x="8309128" y="1906544"/>
            <a:ext cx="3703067" cy="107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00891-515C-956C-17FC-86789D545647}"/>
              </a:ext>
            </a:extLst>
          </p:cNvPr>
          <p:cNvCxnSpPr>
            <a:cxnSpLocks/>
          </p:cNvCxnSpPr>
          <p:nvPr/>
        </p:nvCxnSpPr>
        <p:spPr>
          <a:xfrm>
            <a:off x="8309128" y="1918018"/>
            <a:ext cx="0" cy="47294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A8BB8A-757B-80CF-815C-9D38C446C382}"/>
              </a:ext>
            </a:extLst>
          </p:cNvPr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20DEE-473C-F0A0-702A-0AA174A7D64D}"/>
              </a:ext>
            </a:extLst>
          </p:cNvPr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FB17D-6681-9646-6AEB-AA8BC90223D4}"/>
              </a:ext>
            </a:extLst>
          </p:cNvPr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5677F-74CC-855B-F5BA-35FD8189A5E7}"/>
              </a:ext>
            </a:extLst>
          </p:cNvPr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E8C42-C5C5-45B5-77EE-81DC6B96AD47}"/>
              </a:ext>
            </a:extLst>
          </p:cNvPr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931B6-43C9-EB12-E37A-11550192C790}"/>
              </a:ext>
            </a:extLst>
          </p:cNvPr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E6047-C2CF-4021-B327-3FBE9E7237E2}"/>
              </a:ext>
            </a:extLst>
          </p:cNvPr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AE34A-7A36-83DC-8ED6-25A3D5CD40C7}"/>
              </a:ext>
            </a:extLst>
          </p:cNvPr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C4FA3-129B-F950-2BCA-DCE18597BC89}"/>
              </a:ext>
            </a:extLst>
          </p:cNvPr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5DE821-D947-FE25-E23C-03CDF7C04F18}"/>
              </a:ext>
            </a:extLst>
          </p:cNvPr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966AF8-61F6-A290-A297-72FBA829E9F9}"/>
              </a:ext>
            </a:extLst>
          </p:cNvPr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DDAD4C-6371-60F0-D31B-49E106648ED6}"/>
              </a:ext>
            </a:extLst>
          </p:cNvPr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559CAE-AB28-7853-E93A-F04FB1CC8255}"/>
              </a:ext>
            </a:extLst>
          </p:cNvPr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5AD82-5B0D-F511-CED0-2F391E146EBF}"/>
              </a:ext>
            </a:extLst>
          </p:cNvPr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61224-2DEF-8496-CEB1-1EEE08DC3753}"/>
              </a:ext>
            </a:extLst>
          </p:cNvPr>
          <p:cNvSpPr txBox="1"/>
          <p:nvPr/>
        </p:nvSpPr>
        <p:spPr>
          <a:xfrm>
            <a:off x="6499018" y="236828"/>
            <a:ext cx="2423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队员：XXX, XXX, XXX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3AD9C1E2-56A2-91FD-2214-C3508F5F5345}"/>
              </a:ext>
            </a:extLst>
          </p:cNvPr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板端实测：AMD PYNQ-Z2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BC273-1ABD-8CAB-E5D8-4D352647280A}"/>
              </a:ext>
            </a:extLst>
          </p:cNvPr>
          <p:cNvSpPr txBox="1"/>
          <p:nvPr/>
        </p:nvSpPr>
        <p:spPr>
          <a:xfrm>
            <a:off x="6931915" y="438594"/>
            <a:ext cx="38004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200" b="1"/>
              <a:t>武汉大学</a:t>
            </a:r>
          </a:p>
          <a:p>
            <a:r>
              <a:rPr sz="1200"/>
              <a:t>电子信息学院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E3CBA43-B054-3929-F3E6-E92043E5955C}"/>
              </a:ext>
            </a:extLst>
          </p:cNvPr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DB4547-F8A8-AC99-BDDA-3BD88EEEFCBA}"/>
              </a:ext>
            </a:extLst>
          </p:cNvPr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818903-E8A5-070B-B626-2835FFF26BE2}"/>
              </a:ext>
            </a:extLst>
          </p:cNvPr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061FB-4930-B9C6-D201-30FE131249F9}"/>
              </a:ext>
            </a:extLst>
          </p:cNvPr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C644A4-F195-B057-8FDB-67F8C1451B3B}"/>
              </a:ext>
            </a:extLst>
          </p:cNvPr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1D43C-2CF0-2C54-2E0B-69ABAC43B76A}"/>
              </a:ext>
            </a:extLst>
          </p:cNvPr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892E4-2FC6-FFFD-DF5B-D316B8D651FB}"/>
              </a:ext>
            </a:extLst>
          </p:cNvPr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6B71EE-FA39-6F56-7769-2C9328852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872" y="996093"/>
            <a:ext cx="1764303" cy="992420"/>
          </a:xfrm>
          <a:prstGeom prst="rect">
            <a:avLst/>
          </a:prstGeom>
        </p:spPr>
      </p:pic>
      <p:pic>
        <p:nvPicPr>
          <p:cNvPr id="40" name="Picture 11">
            <a:extLst>
              <a:ext uri="{FF2B5EF4-FFF2-40B4-BE49-F238E27FC236}">
                <a16:creationId xmlns:a16="http://schemas.microsoft.com/office/drawing/2014/main" id="{E0DB31F2-788A-25AC-03C5-494E517C5C76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900"/>
          <a:stretch>
            <a:fillRect/>
          </a:stretch>
        </p:blipFill>
        <p:spPr bwMode="auto">
          <a:xfrm>
            <a:off x="9272973" y="163913"/>
            <a:ext cx="728636" cy="72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文本框 3">
            <a:extLst>
              <a:ext uri="{FF2B5EF4-FFF2-40B4-BE49-F238E27FC236}">
                <a16:creationId xmlns:a16="http://schemas.microsoft.com/office/drawing/2014/main" id="{7208B36C-4D3C-053B-772C-E9455269F56C}"/>
              </a:ext>
            </a:extLst>
          </p:cNvPr>
          <p:cNvSpPr txBox="1"/>
          <p:nvPr/>
        </p:nvSpPr>
        <p:spPr>
          <a:xfrm>
            <a:off x="8597595" y="3930816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/>
              <a:t>实测性能：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r>
              <a:rPr sz="1100"/>
              <a:t>音频事件级召回 97.4%（155 事件）</a:t>
            </a:r>
          </a:p>
          <a:p>
            <a:r>
              <a:rPr sz="1100"/>
              <a:t>图像独立测试召回 96.2%（266 图）</a:t>
            </a:r>
          </a:p>
          <a:p>
            <a:r>
              <a:rPr sz="1100"/>
              <a:t>端到端触发延迟约 10.5s</a:t>
            </a:r>
          </a:p>
          <a:p>
            <a:r>
              <a:rPr sz="1100"/>
              <a:t>GEMM 纯核加速 4.64x</a:t>
            </a:r>
          </a:p>
          <a:p>
            <a:r>
              <a:rPr sz="1100"/>
              <a:t>音频 overlay LUT 仅占 3.15%</a:t>
            </a:r>
          </a:p>
        </p:txBody>
      </p:sp>
      <p:pic>
        <p:nvPicPr>
          <p:cNvPr id="42" name="图片 7" descr="introduce1">
            <a:extLst>
              <a:ext uri="{FF2B5EF4-FFF2-40B4-BE49-F238E27FC236}">
                <a16:creationId xmlns:a16="http://schemas.microsoft.com/office/drawing/2014/main" id="{C1167E02-F1C3-5EB7-B633-9698F7A7D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90" y="2451206"/>
            <a:ext cx="3317240" cy="761365"/>
          </a:xfrm>
          <a:prstGeom prst="rect">
            <a:avLst/>
          </a:prstGeom>
        </p:spPr>
      </p:pic>
      <p:sp>
        <p:nvSpPr>
          <p:cNvPr id="43" name="文本框 4">
            <a:extLst>
              <a:ext uri="{FF2B5EF4-FFF2-40B4-BE49-F238E27FC236}">
                <a16:creationId xmlns:a16="http://schemas.microsoft.com/office/drawing/2014/main" id="{4A6543FB-76FB-98AB-DC33-FF3B281FDA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系统架构</a:t>
            </a:r>
          </a:p>
        </p:txBody>
      </p:sp>
      <p:pic>
        <p:nvPicPr>
          <p:cNvPr id="44" name="图片 2">
            <a:extLst>
              <a:ext uri="{FF2B5EF4-FFF2-40B4-BE49-F238E27FC236}">
                <a16:creationId xmlns:a16="http://schemas.microsoft.com/office/drawing/2014/main" id="{29477664-FB13-6C16-7313-E8CE8F2525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6092" y="1164767"/>
            <a:ext cx="3064081" cy="2194033"/>
          </a:xfrm>
          <a:prstGeom prst="rect">
            <a:avLst/>
          </a:prstGeom>
        </p:spPr>
      </p:pic>
      <p:sp>
        <p:nvSpPr>
          <p:cNvPr id="45" name="矩形: 圆角 10">
            <a:extLst>
              <a:ext uri="{FF2B5EF4-FFF2-40B4-BE49-F238E27FC236}">
                <a16:creationId xmlns:a16="http://schemas.microsoft.com/office/drawing/2014/main" id="{327836DC-3A96-DA15-2961-FB01BDF5D0E3}"/>
              </a:ext>
            </a:extLst>
          </p:cNvPr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/>
              <a:t>音频采集与检测模块：</a:t>
            </a:r>
          </a:p>
          <a:p>
            <a:r>
              <a:rPr sz="1100"/>
              <a:t>1. INMP441 I2S 数字麦克风采集；</a:t>
            </a:r>
          </a:p>
          <a:p>
            <a:r>
              <a:rPr sz="1100"/>
              <a:t>2. STFT/Mel + 3 层 CNN 鸟鸣检测；</a:t>
            </a:r>
          </a:p>
          <a:p>
            <a:r>
              <a:rPr sz="1100"/>
              <a:t>3. 阈值 0.985 触发视觉端；</a:t>
            </a:r>
          </a:p>
        </p:txBody>
      </p:sp>
      <p:sp>
        <p:nvSpPr>
          <p:cNvPr id="46" name="矩形: 圆角 11">
            <a:extLst>
              <a:ext uri="{FF2B5EF4-FFF2-40B4-BE49-F238E27FC236}">
                <a16:creationId xmlns:a16="http://schemas.microsoft.com/office/drawing/2014/main" id="{61FD3942-1022-ECAF-EB47-79785283BAF6}"/>
              </a:ext>
            </a:extLst>
          </p:cNvPr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/>
              <a:t>实测性能：</a:t>
            </a:r>
          </a:p>
          <a:p>
            <a:r>
              <a:rPr sz="1100"/>
              <a:t>音频事件级召回 97.4%（155 事件）</a:t>
            </a:r>
          </a:p>
          <a:p>
            <a:r>
              <a:rPr sz="1100"/>
              <a:t>图像独立测试召回 96.2%（266 图）</a:t>
            </a:r>
          </a:p>
          <a:p>
            <a:r>
              <a:rPr sz="1100"/>
              <a:t>端到端触发延迟约 10.5s</a:t>
            </a:r>
          </a:p>
          <a:p>
            <a:r>
              <a:rPr sz="1100"/>
              <a:t>GEMM 纯核加速 4.64x</a:t>
            </a:r>
          </a:p>
          <a:p>
            <a:r>
              <a:rPr sz="1100"/>
              <a:t>音频 overlay LUT 仅占 3.15%</a:t>
            </a:r>
          </a:p>
        </p:txBody>
      </p:sp>
      <p:pic>
        <p:nvPicPr>
          <p:cNvPr id="47" name="图片 5">
            <a:extLst>
              <a:ext uri="{FF2B5EF4-FFF2-40B4-BE49-F238E27FC236}">
                <a16:creationId xmlns:a16="http://schemas.microsoft.com/office/drawing/2014/main" id="{D7C57C0F-3647-E9E2-087F-D1E8B37711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2369" y="37197"/>
            <a:ext cx="1604915" cy="1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6974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94DDD171-3649-784B-8DFF-0523AEB0E1C6}" vid="{59C6D40F-03E9-B54A-84C3-8AA2035591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5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Props1.xml><?xml version="1.0" encoding="utf-8"?>
<ds:datastoreItem xmlns:ds="http://schemas.openxmlformats.org/officeDocument/2006/customXml" ds:itemID="{6291F803-2EF0-4E47-96D6-4796950CE6BD}">
  <ds:schemaRefs/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4aa919a-b200-49cb-beca-4c7e0810321e"/>
    <ds:schemaRef ds:uri="http://purl.org/dc/elements/1.1/"/>
    <ds:schemaRef ds:uri="http://schemas.microsoft.com/office/2006/metadata/properties"/>
    <ds:schemaRef ds:uri="06670dda-0291-4061-b6e0-f6c0cb392c51"/>
    <ds:schemaRef ds:uri="http://schemas.microsoft.com/office/2006/documentManagement/types"/>
    <ds:schemaRef ds:uri="http://purl.org/dc/terms/"/>
    <ds:schemaRef ds:uri="http://schemas.microsoft.com/sharepoint/v3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43BC5722-1D5B-4915-8247-E6D5F513E549}">
  <ds:schemaRefs/>
</ds:datastoreItem>
</file>

<file path=docMetadata/LabelInfo.xml><?xml version="1.0" encoding="utf-8"?>
<clbl:labelList xmlns:clbl="http://schemas.microsoft.com/office/2020/mipLabelMetadata">
  <clbl:label id="{5bd4f1f7-d4b1-4cbd-af48-dd17bd0768d5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AMD Corporate Template_Dark</Template>
  <TotalTime>2133</TotalTime>
  <Words>454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微软雅黑</vt:lpstr>
      <vt:lpstr>Aharoni</vt:lpstr>
      <vt:lpstr>Arial</vt:lpstr>
      <vt:lpstr>Calibri</vt:lpstr>
      <vt:lpstr>Consolas</vt:lpstr>
      <vt:lpstr>Segoe UI</vt:lpstr>
      <vt:lpstr>Times New Roman</vt:lpstr>
      <vt:lpstr>AMD Corporate Template_Dark</vt:lpstr>
      <vt:lpstr>INTRODUCTION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Chen, Wen (Vicky)</cp:lastModifiedBy>
  <cp:revision>25</cp:revision>
  <cp:lastPrinted>2020-04-30T18:59:47Z</cp:lastPrinted>
  <dcterms:created xsi:type="dcterms:W3CDTF">2021-04-19T14:31:00Z</dcterms:created>
  <dcterms:modified xsi:type="dcterms:W3CDTF">2026-10-28T10:03:43Z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2021-07-26T15:24:07</vt:lpwstr>
  </property>
  <property fmtid="{D5CDD505-2E9C-101B-9397-08002B2CF9AE}" pid="6" name="ClassificationContentMarkingHeaderLocations">
    <vt:lpwstr>AMD Corporate Template_Dark:6</vt:lpwstr>
  </property>
  <property fmtid="{D5CDD505-2E9C-101B-9397-08002B2CF9AE}" pid="7" name="ClassificationContentMarkingHeaderText">
    <vt:lpwstr>[Copyright &lt;Year&gt;]</vt:lpwstr>
  </property>
</Properties>
</file>
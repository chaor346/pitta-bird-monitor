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仙八色鸫鸣声与图像协同监测系统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Microsoft YaHei"/>
              </a:rPr>
              <a:t>基于 AMD PYNQ-Z2 的濒危鸟类全自动监测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74320"/>
            <a:ext cx="173736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AMD PYNQ-Z2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4572000" cy="23774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42976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3B5C"/>
                </a:solidFill>
                <a:latin typeface="Microsoft YaHei"/>
              </a:rPr>
              <a:t>▎项目背景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429768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仙八色鸫（Pitta nympha）是国家二级重点保护野生动物、IUCN 易危物种。传统人工监测需长时间野外蹲守，效率低、成本高。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本作品在 PYNQ-Z2 上实现“鸣声检测→视觉确认→影像记录”全自动闭环，无需云端，板端实时完成。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70332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6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703320"/>
            <a:ext cx="2194560" cy="411480"/>
          </a:xfrm>
          <a:prstGeom prst="rect">
            <a:avLst/>
          </a:prstGeom>
          <a:solidFill>
            <a:srgbClr val="0076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2011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PL 可编程逻辑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60520"/>
            <a:ext cx="201168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INMP441 I²S 采集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(手写 RTL, 24bit, 32kHz)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AXI-DMA 流传输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→ DDR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HLS 定点 GEMM 核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(conv1, Q12, M=12864)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370332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6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3703320"/>
            <a:ext cx="2194560" cy="411480"/>
          </a:xfrm>
          <a:prstGeom prst="rect">
            <a:avLst/>
          </a:prstGeom>
          <a:solidFill>
            <a:srgbClr val="0076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749039"/>
            <a:ext cx="2011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PS ARM Cortex-A9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160520"/>
            <a:ext cx="201168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鸟鸣 CNN 识别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(3 层, 2s 滑窗)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YOLOv8n 视觉确认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(ncnn 部署)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存在性录像状态机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+ systemd 自启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1188720"/>
            <a:ext cx="6858000" cy="42062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28016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3B5C"/>
                </a:solidFill>
                <a:latin typeface="Microsoft YaHei"/>
              </a:rPr>
              <a:t>▎实测结果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69164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音频事件级召回率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69164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97.4%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69164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(阈值 0.985, 155 人耳核对事件)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9456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音频窗口特异性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9456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9456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(2063 负样本窗口 0 误报)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69748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图像独立测试集检出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9748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96.2%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69748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(266 张网络公开图, MD5 独立)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0040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图像 mAP@0.5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20040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≈95%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320040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(95 张人工核对 GT)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70332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端到端声→像延迟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70332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≈10.5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0332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(板端联动日志实测)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20624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GEMM conv1 vs 浮点误差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0.00184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20624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(205824 点, 0 点超差)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0" y="5577840"/>
            <a:ext cx="6858000" cy="9144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0" y="566928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队员：待填　|　武汉大学 电子信息学院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603504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CCDDEE"/>
                </a:solidFill>
                <a:latin typeface="Microsoft YaHei"/>
              </a:rPr>
              <a:t>板卡：AMD PYNQ-Z2 (XC7Z020CLG400-1)　|　工具：Vivado/Vitis 2026.1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0584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Pitta nympha Acoustic-vision Co-monitoring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005840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Microsoft YaHei"/>
              </a:rPr>
              <a:t>Fully on-board automated monitoring on AMD PYNQ-Z2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74320"/>
            <a:ext cx="173736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AMD PYNQ-Z2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4572000" cy="23774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42976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3B5C"/>
                </a:solidFill>
                <a:latin typeface="Microsoft YaHei"/>
              </a:rPr>
              <a:t>▎Background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429768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The fairy pitta (Pitta nympha) is a Class II protected bird in China, Vulnerable on the IUCN Red List. Traditional field monitoring is costly and labor-intensive.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This work delivers a fully on-board call→camera→recording loop on PYNQ-Z2, with no cloud dependency.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70332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6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703320"/>
            <a:ext cx="2194560" cy="411480"/>
          </a:xfrm>
          <a:prstGeom prst="rect">
            <a:avLst/>
          </a:prstGeom>
          <a:solidFill>
            <a:srgbClr val="0076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2011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PL Fabric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60520"/>
            <a:ext cx="201168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INMP441 I²S capture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(hand-written RTL, 24-bit)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AXI-DMA streaming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→ DDR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HLS fixed-point GEMM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(conv1, Q12, M=12864)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370332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6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3703320"/>
            <a:ext cx="2194560" cy="411480"/>
          </a:xfrm>
          <a:prstGeom prst="rect">
            <a:avLst/>
          </a:prstGeom>
          <a:solidFill>
            <a:srgbClr val="0076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749039"/>
            <a:ext cx="2011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PS ARM Cortex-A9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160520"/>
            <a:ext cx="201168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Bird-call CNN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(3-layer, 2-s window)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YOLOv8n vision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(ncnn runtime)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• Presence recording FSM</a:t>
            </a:r>
          </a:p>
          <a:p>
            <a:pPr algn="l"/>
            <a:r>
              <a:rPr sz="1050" b="0">
                <a:solidFill>
                  <a:srgbClr val="222222"/>
                </a:solidFill>
                <a:latin typeface="Microsoft YaHei"/>
              </a:rPr>
              <a:t>  + systemd auto-restart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1188720"/>
            <a:ext cx="6858000" cy="42062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28016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3B5C"/>
                </a:solidFill>
                <a:latin typeface="Microsoft YaHei"/>
              </a:rPr>
              <a:t>▎Measured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69164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Audio event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69164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97.4%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69164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(thr 0.985, 155 human-verified events)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9456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Audio window specificity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9456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9456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(0 false alarms / 2063 neg windows)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69748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Image recall, independent 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9748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96.2%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69748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(266 web images, MD5-unique)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0040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Image mAP@0.5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20040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≈95%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320040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(95 human-verified GT)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70332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End-to-end call→record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70332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≈10.5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0332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(on-board log)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20624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50" b="0">
                <a:solidFill>
                  <a:srgbClr val="222222"/>
                </a:solidFill>
                <a:latin typeface="Microsoft YaHei"/>
              </a:rPr>
              <a:t>GEMM conv1 vs float err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1188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ED1C24"/>
                </a:solidFill>
                <a:latin typeface="Microsoft YaHei"/>
              </a:rPr>
              <a:t>0.00184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206240"/>
            <a:ext cx="24688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50" b="0">
                <a:solidFill>
                  <a:srgbClr val="666666"/>
                </a:solidFill>
                <a:latin typeface="Microsoft YaHei"/>
              </a:rPr>
              <a:t>(205824 pts, 0 outlier)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0" y="5577840"/>
            <a:ext cx="6858000" cy="914400"/>
          </a:xfrm>
          <a:prstGeom prst="rect">
            <a:avLst/>
          </a:prstGeom>
          <a:solidFill>
            <a:srgbClr val="00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0" y="566928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Team: TBD　|　Wuhan University, School of E. I.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6035040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CCDDEE"/>
                </a:solidFill>
                <a:latin typeface="Microsoft YaHei"/>
              </a:rPr>
              <a:t>Board: AMD PYNQ-Z2 (XC7Z020CLG400-1)　|　Toolchain: Vivado/Vitis 2026.1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